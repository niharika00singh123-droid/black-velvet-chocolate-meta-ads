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1" r:id="rId3"/>
    <p:sldId id="302" r:id="rId4"/>
    <p:sldId id="303" r:id="rId5"/>
    <p:sldId id="258" r:id="rId6"/>
    <p:sldId id="304" r:id="rId7"/>
    <p:sldId id="321" r:id="rId8"/>
    <p:sldId id="322" r:id="rId9"/>
    <p:sldId id="334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2" r:id="rId18"/>
    <p:sldId id="333" r:id="rId19"/>
    <p:sldId id="32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FCF1B-AEFD-4F0E-AC47-9CFB81786776}" v="2" dt="2026-10-01T14:06:25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harika00singh@outlook.com" userId="66daada88de5c1d2" providerId="LiveId" clId="{CC1E589A-28D0-4749-B78F-3859E5551BEF}"/>
    <pc:docChg chg="custSel delSld modSld">
      <pc:chgData name="niharika00singh@outlook.com" userId="66daada88de5c1d2" providerId="LiveId" clId="{CC1E589A-28D0-4749-B78F-3859E5551BEF}" dt="2026-10-01T14:40:01.749" v="248" actId="167"/>
      <pc:docMkLst>
        <pc:docMk/>
      </pc:docMkLst>
      <pc:sldChg chg="addSp delSp modSp del mod">
        <pc:chgData name="niharika00singh@outlook.com" userId="66daada88de5c1d2" providerId="LiveId" clId="{CC1E589A-28D0-4749-B78F-3859E5551BEF}" dt="2026-10-01T08:26:47.698" v="65" actId="2696"/>
        <pc:sldMkLst>
          <pc:docMk/>
          <pc:sldMk cId="733984311" sldId="256"/>
        </pc:sldMkLst>
        <pc:spChg chg="add del mod">
          <ac:chgData name="niharika00singh@outlook.com" userId="66daada88de5c1d2" providerId="LiveId" clId="{CC1E589A-28D0-4749-B78F-3859E5551BEF}" dt="2026-10-01T08:26:41.919" v="64"/>
          <ac:spMkLst>
            <pc:docMk/>
            <pc:sldMk cId="733984311" sldId="256"/>
            <ac:spMk id="2" creationId="{9BAF7DA5-342D-21F2-473A-3E894AFF495C}"/>
          </ac:spMkLst>
        </pc:spChg>
      </pc:sldChg>
      <pc:sldChg chg="addSp modSp mod">
        <pc:chgData name="niharika00singh@outlook.com" userId="66daada88de5c1d2" providerId="LiveId" clId="{CC1E589A-28D0-4749-B78F-3859E5551BEF}" dt="2026-10-01T14:39:15.902" v="246" actId="167"/>
        <pc:sldMkLst>
          <pc:docMk/>
          <pc:sldMk cId="1156229226" sldId="257"/>
        </pc:sldMkLst>
        <pc:picChg chg="add ord">
          <ac:chgData name="niharika00singh@outlook.com" userId="66daada88de5c1d2" providerId="LiveId" clId="{CC1E589A-28D0-4749-B78F-3859E5551BEF}" dt="2026-10-01T14:39:15.902" v="246" actId="167"/>
          <ac:picMkLst>
            <pc:docMk/>
            <pc:sldMk cId="1156229226" sldId="257"/>
            <ac:picMk id="5" creationId="{6B00FDC2-E648-CE5A-50E8-462FFB6C1D85}"/>
          </ac:picMkLst>
        </pc:picChg>
      </pc:sldChg>
      <pc:sldChg chg="addSp modSp mod">
        <pc:chgData name="niharika00singh@outlook.com" userId="66daada88de5c1d2" providerId="LiveId" clId="{CC1E589A-28D0-4749-B78F-3859E5551BEF}" dt="2026-10-01T14:39:07.704" v="244" actId="167"/>
        <pc:sldMkLst>
          <pc:docMk/>
          <pc:sldMk cId="1230151913" sldId="258"/>
        </pc:sldMkLst>
        <pc:picChg chg="add ord">
          <ac:chgData name="niharika00singh@outlook.com" userId="66daada88de5c1d2" providerId="LiveId" clId="{CC1E589A-28D0-4749-B78F-3859E5551BEF}" dt="2026-10-01T14:39:07.704" v="244" actId="167"/>
          <ac:picMkLst>
            <pc:docMk/>
            <pc:sldMk cId="1230151913" sldId="258"/>
            <ac:picMk id="16" creationId="{8D4818B6-EABB-511F-A7E5-54C05E2CE708}"/>
          </ac:picMkLst>
        </pc:picChg>
      </pc:sldChg>
      <pc:sldChg chg="delSp modSp mod">
        <pc:chgData name="niharika00singh@outlook.com" userId="66daada88de5c1d2" providerId="LiveId" clId="{CC1E589A-28D0-4749-B78F-3859E5551BEF}" dt="2026-09-30T08:22:52.398" v="30" actId="20577"/>
        <pc:sldMkLst>
          <pc:docMk/>
          <pc:sldMk cId="4285502385" sldId="302"/>
        </pc:sldMkLst>
        <pc:spChg chg="mod">
          <ac:chgData name="niharika00singh@outlook.com" userId="66daada88de5c1d2" providerId="LiveId" clId="{CC1E589A-28D0-4749-B78F-3859E5551BEF}" dt="2026-09-30T08:22:52.398" v="30" actId="20577"/>
          <ac:spMkLst>
            <pc:docMk/>
            <pc:sldMk cId="4285502385" sldId="302"/>
            <ac:spMk id="3" creationId="{75522D49-BBCE-8898-450A-D7866E869194}"/>
          </ac:spMkLst>
        </pc:spChg>
        <pc:cxnChg chg="del">
          <ac:chgData name="niharika00singh@outlook.com" userId="66daada88de5c1d2" providerId="LiveId" clId="{CC1E589A-28D0-4749-B78F-3859E5551BEF}" dt="2026-09-30T08:22:41.908" v="0" actId="478"/>
          <ac:cxnSpMkLst>
            <pc:docMk/>
            <pc:sldMk cId="4285502385" sldId="302"/>
            <ac:cxnSpMk id="10" creationId="{2ED7E3C6-0F8B-49E6-67AD-C3CDB46EDE3E}"/>
          </ac:cxnSpMkLst>
        </pc:cxnChg>
      </pc:sldChg>
      <pc:sldChg chg="delSp mod">
        <pc:chgData name="niharika00singh@outlook.com" userId="66daada88de5c1d2" providerId="LiveId" clId="{CC1E589A-28D0-4749-B78F-3859E5551BEF}" dt="2026-09-30T08:23:00.843" v="31" actId="478"/>
        <pc:sldMkLst>
          <pc:docMk/>
          <pc:sldMk cId="3166131818" sldId="303"/>
        </pc:sldMkLst>
        <pc:cxnChg chg="del">
          <ac:chgData name="niharika00singh@outlook.com" userId="66daada88de5c1d2" providerId="LiveId" clId="{CC1E589A-28D0-4749-B78F-3859E5551BEF}" dt="2026-09-30T08:23:00.843" v="31" actId="478"/>
          <ac:cxnSpMkLst>
            <pc:docMk/>
            <pc:sldMk cId="3166131818" sldId="303"/>
            <ac:cxnSpMk id="10" creationId="{F3AFD626-1B38-5AA2-9B33-233961AE8221}"/>
          </ac:cxnSpMkLst>
        </pc:cxnChg>
      </pc:sldChg>
      <pc:sldChg chg="addSp delSp modSp mod">
        <pc:chgData name="niharika00singh@outlook.com" userId="66daada88de5c1d2" providerId="LiveId" clId="{CC1E589A-28D0-4749-B78F-3859E5551BEF}" dt="2026-10-01T14:38:58.537" v="242" actId="167"/>
        <pc:sldMkLst>
          <pc:docMk/>
          <pc:sldMk cId="2625164151" sldId="304"/>
        </pc:sldMkLst>
        <pc:picChg chg="add mod">
          <ac:chgData name="niharika00singh@outlook.com" userId="66daada88de5c1d2" providerId="LiveId" clId="{CC1E589A-28D0-4749-B78F-3859E5551BEF}" dt="2026-09-30T08:26:33.117" v="48" actId="1076"/>
          <ac:picMkLst>
            <pc:docMk/>
            <pc:sldMk cId="2625164151" sldId="304"/>
            <ac:picMk id="5" creationId="{00FF62A4-E2F7-F6C8-83A0-6D910F678FD1}"/>
          </ac:picMkLst>
        </pc:picChg>
        <pc:picChg chg="add ord">
          <ac:chgData name="niharika00singh@outlook.com" userId="66daada88de5c1d2" providerId="LiveId" clId="{CC1E589A-28D0-4749-B78F-3859E5551BEF}" dt="2026-10-01T14:38:58.537" v="242" actId="167"/>
          <ac:picMkLst>
            <pc:docMk/>
            <pc:sldMk cId="2625164151" sldId="304"/>
            <ac:picMk id="6" creationId="{54AE5FF8-DD65-CBE0-E8DC-2A50898C19DF}"/>
          </ac:picMkLst>
        </pc:picChg>
        <pc:picChg chg="del">
          <ac:chgData name="niharika00singh@outlook.com" userId="66daada88de5c1d2" providerId="LiveId" clId="{CC1E589A-28D0-4749-B78F-3859E5551BEF}" dt="2026-09-30T08:23:42.190" v="32" actId="478"/>
          <ac:picMkLst>
            <pc:docMk/>
            <pc:sldMk cId="2625164151" sldId="304"/>
            <ac:picMk id="7" creationId="{1E0A3B49-7E0D-5AFD-4396-78506E7D540C}"/>
          </ac:picMkLst>
        </pc:picChg>
        <pc:picChg chg="del">
          <ac:chgData name="niharika00singh@outlook.com" userId="66daada88de5c1d2" providerId="LiveId" clId="{CC1E589A-28D0-4749-B78F-3859E5551BEF}" dt="2026-09-30T08:26:26.021" v="45" actId="478"/>
          <ac:picMkLst>
            <pc:docMk/>
            <pc:sldMk cId="2625164151" sldId="304"/>
            <ac:picMk id="10" creationId="{35B0F463-34F4-0F1E-0E82-EB28749C2E39}"/>
          </ac:picMkLst>
        </pc:picChg>
      </pc:sldChg>
      <pc:sldChg chg="addSp modSp mod">
        <pc:chgData name="niharika00singh@outlook.com" userId="66daada88de5c1d2" providerId="LiveId" clId="{CC1E589A-28D0-4749-B78F-3859E5551BEF}" dt="2026-10-01T14:40:01.749" v="248" actId="167"/>
        <pc:sldMkLst>
          <pc:docMk/>
          <pc:sldMk cId="2097408521" sldId="320"/>
        </pc:sldMkLst>
        <pc:picChg chg="add ord">
          <ac:chgData name="niharika00singh@outlook.com" userId="66daada88de5c1d2" providerId="LiveId" clId="{CC1E589A-28D0-4749-B78F-3859E5551BEF}" dt="2026-10-01T14:40:01.749" v="248" actId="167"/>
          <ac:picMkLst>
            <pc:docMk/>
            <pc:sldMk cId="2097408521" sldId="320"/>
            <ac:picMk id="4" creationId="{A47AEEC2-8DB1-7014-FDF1-39821452D5CA}"/>
          </ac:picMkLst>
        </pc:picChg>
      </pc:sldChg>
      <pc:sldChg chg="addSp delSp modSp mod">
        <pc:chgData name="niharika00singh@outlook.com" userId="66daada88de5c1d2" providerId="LiveId" clId="{CC1E589A-28D0-4749-B78F-3859E5551BEF}" dt="2026-10-01T14:38:48.716" v="240" actId="167"/>
        <pc:sldMkLst>
          <pc:docMk/>
          <pc:sldMk cId="3132742988" sldId="321"/>
        </pc:sldMkLst>
        <pc:picChg chg="add ord">
          <ac:chgData name="niharika00singh@outlook.com" userId="66daada88de5c1d2" providerId="LiveId" clId="{CC1E589A-28D0-4749-B78F-3859E5551BEF}" dt="2026-10-01T14:38:48.716" v="240" actId="167"/>
          <ac:picMkLst>
            <pc:docMk/>
            <pc:sldMk cId="3132742988" sldId="321"/>
            <ac:picMk id="6" creationId="{B8A6AB08-ECCB-9FA6-6CCB-0F1E2B00B7BA}"/>
          </ac:picMkLst>
        </pc:picChg>
        <pc:picChg chg="del">
          <ac:chgData name="niharika00singh@outlook.com" userId="66daada88de5c1d2" providerId="LiveId" clId="{CC1E589A-28D0-4749-B78F-3859E5551BEF}" dt="2026-09-30T08:23:45.998" v="33" actId="478"/>
          <ac:picMkLst>
            <pc:docMk/>
            <pc:sldMk cId="3132742988" sldId="321"/>
            <ac:picMk id="7" creationId="{4C95123D-5A85-8458-2227-3D59F61434D5}"/>
          </ac:picMkLst>
        </pc:picChg>
      </pc:sldChg>
      <pc:sldChg chg="addSp delSp modSp mod">
        <pc:chgData name="niharika00singh@outlook.com" userId="66daada88de5c1d2" providerId="LiveId" clId="{CC1E589A-28D0-4749-B78F-3859E5551BEF}" dt="2026-10-01T14:38:36.746" v="238" actId="167"/>
        <pc:sldMkLst>
          <pc:docMk/>
          <pc:sldMk cId="1962475016" sldId="322"/>
        </pc:sldMkLst>
        <pc:picChg chg="mod">
          <ac:chgData name="niharika00singh@outlook.com" userId="66daada88de5c1d2" providerId="LiveId" clId="{CC1E589A-28D0-4749-B78F-3859E5551BEF}" dt="2026-10-01T14:05:33.516" v="119" actId="1076"/>
          <ac:picMkLst>
            <pc:docMk/>
            <pc:sldMk cId="1962475016" sldId="322"/>
            <ac:picMk id="5" creationId="{A87C23B7-B746-46A9-CA7C-6C6F41CA10A3}"/>
          </ac:picMkLst>
        </pc:picChg>
        <pc:picChg chg="add del">
          <ac:chgData name="niharika00singh@outlook.com" userId="66daada88de5c1d2" providerId="LiveId" clId="{CC1E589A-28D0-4749-B78F-3859E5551BEF}" dt="2026-10-01T07:41:36.988" v="51" actId="478"/>
          <ac:picMkLst>
            <pc:docMk/>
            <pc:sldMk cId="1962475016" sldId="322"/>
            <ac:picMk id="6" creationId="{1B9186EA-7F12-8E82-031B-54B66C8F1550}"/>
          </ac:picMkLst>
        </pc:picChg>
        <pc:picChg chg="add ord">
          <ac:chgData name="niharika00singh@outlook.com" userId="66daada88de5c1d2" providerId="LiveId" clId="{CC1E589A-28D0-4749-B78F-3859E5551BEF}" dt="2026-10-01T14:38:36.746" v="238" actId="167"/>
          <ac:picMkLst>
            <pc:docMk/>
            <pc:sldMk cId="1962475016" sldId="322"/>
            <ac:picMk id="6" creationId="{24694FE8-131D-854A-A76D-9DE3DD984C2F}"/>
          </ac:picMkLst>
        </pc:picChg>
        <pc:picChg chg="del">
          <ac:chgData name="niharika00singh@outlook.com" userId="66daada88de5c1d2" providerId="LiveId" clId="{CC1E589A-28D0-4749-B78F-3859E5551BEF}" dt="2026-09-30T08:23:48.215" v="34" actId="478"/>
          <ac:picMkLst>
            <pc:docMk/>
            <pc:sldMk cId="1962475016" sldId="322"/>
            <ac:picMk id="7" creationId="{464A3BF8-B942-7AF0-994D-7E91E52F8653}"/>
          </ac:picMkLst>
        </pc:picChg>
        <pc:picChg chg="del">
          <ac:chgData name="niharika00singh@outlook.com" userId="66daada88de5c1d2" providerId="LiveId" clId="{CC1E589A-28D0-4749-B78F-3859E5551BEF}" dt="2026-10-01T07:41:32.347" v="49" actId="478"/>
          <ac:picMkLst>
            <pc:docMk/>
            <pc:sldMk cId="1962475016" sldId="322"/>
            <ac:picMk id="8" creationId="{9E218872-6CE1-A059-5C8B-36718C303831}"/>
          </ac:picMkLst>
        </pc:picChg>
        <pc:picChg chg="add mod">
          <ac:chgData name="niharika00singh@outlook.com" userId="66daada88de5c1d2" providerId="LiveId" clId="{CC1E589A-28D0-4749-B78F-3859E5551BEF}" dt="2026-10-01T14:05:37.236" v="120" actId="1076"/>
          <ac:picMkLst>
            <pc:docMk/>
            <pc:sldMk cId="1962475016" sldId="322"/>
            <ac:picMk id="9" creationId="{3FF3E5F4-3FE8-3085-62CC-236308B59FA6}"/>
          </ac:picMkLst>
        </pc:picChg>
      </pc:sldChg>
      <pc:sldChg chg="addSp delSp modSp mod">
        <pc:chgData name="niharika00singh@outlook.com" userId="66daada88de5c1d2" providerId="LiveId" clId="{CC1E589A-28D0-4749-B78F-3859E5551BEF}" dt="2026-10-01T14:38:16.427" v="234" actId="167"/>
        <pc:sldMkLst>
          <pc:docMk/>
          <pc:sldMk cId="1681771917" sldId="323"/>
        </pc:sldMkLst>
        <pc:picChg chg="add mod">
          <ac:chgData name="niharika00singh@outlook.com" userId="66daada88de5c1d2" providerId="LiveId" clId="{CC1E589A-28D0-4749-B78F-3859E5551BEF}" dt="2026-10-01T14:06:47.745" v="131" actId="1076"/>
          <ac:picMkLst>
            <pc:docMk/>
            <pc:sldMk cId="1681771917" sldId="323"/>
            <ac:picMk id="3" creationId="{A9C5518E-D54D-6C69-F373-3DC006405FED}"/>
          </ac:picMkLst>
        </pc:picChg>
        <pc:picChg chg="del">
          <ac:chgData name="niharika00singh@outlook.com" userId="66daada88de5c1d2" providerId="LiveId" clId="{CC1E589A-28D0-4749-B78F-3859E5551BEF}" dt="2026-10-01T08:41:03.672" v="83" actId="478"/>
          <ac:picMkLst>
            <pc:docMk/>
            <pc:sldMk cId="1681771917" sldId="323"/>
            <ac:picMk id="5" creationId="{A9C5518E-D54D-6C69-F373-3DC006405FED}"/>
          </ac:picMkLst>
        </pc:picChg>
        <pc:picChg chg="add del mod">
          <ac:chgData name="niharika00singh@outlook.com" userId="66daada88de5c1d2" providerId="LiveId" clId="{CC1E589A-28D0-4749-B78F-3859E5551BEF}" dt="2026-10-01T14:06:24.605" v="125" actId="478"/>
          <ac:picMkLst>
            <pc:docMk/>
            <pc:sldMk cId="1681771917" sldId="323"/>
            <ac:picMk id="6" creationId="{BB33E013-F990-51BD-D95E-217583BC399E}"/>
          </ac:picMkLst>
        </pc:picChg>
        <pc:picChg chg="add ord">
          <ac:chgData name="niharika00singh@outlook.com" userId="66daada88de5c1d2" providerId="LiveId" clId="{CC1E589A-28D0-4749-B78F-3859E5551BEF}" dt="2026-10-01T14:38:16.427" v="234" actId="167"/>
          <ac:picMkLst>
            <pc:docMk/>
            <pc:sldMk cId="1681771917" sldId="323"/>
            <ac:picMk id="7" creationId="{01E9EBF4-64DD-FA40-84BB-2574BA087C3E}"/>
          </ac:picMkLst>
        </pc:picChg>
        <pc:picChg chg="del">
          <ac:chgData name="niharika00singh@outlook.com" userId="66daada88de5c1d2" providerId="LiveId" clId="{CC1E589A-28D0-4749-B78F-3859E5551BEF}" dt="2026-09-30T08:23:51.414" v="36" actId="478"/>
          <ac:picMkLst>
            <pc:docMk/>
            <pc:sldMk cId="1681771917" sldId="323"/>
            <ac:picMk id="7" creationId="{D1C78184-E1B3-46FC-54A5-01EC874F8778}"/>
          </ac:picMkLst>
        </pc:picChg>
        <pc:picChg chg="mod">
          <ac:chgData name="niharika00singh@outlook.com" userId="66daada88de5c1d2" providerId="LiveId" clId="{CC1E589A-28D0-4749-B78F-3859E5551BEF}" dt="2026-10-01T14:06:51.404" v="132" actId="1076"/>
          <ac:picMkLst>
            <pc:docMk/>
            <pc:sldMk cId="1681771917" sldId="323"/>
            <ac:picMk id="8" creationId="{32C144EE-9701-7238-9F35-3C90455CB856}"/>
          </ac:picMkLst>
        </pc:picChg>
      </pc:sldChg>
      <pc:sldChg chg="addSp delSp modSp mod">
        <pc:chgData name="niharika00singh@outlook.com" userId="66daada88de5c1d2" providerId="LiveId" clId="{CC1E589A-28D0-4749-B78F-3859E5551BEF}" dt="2026-10-01T14:38:08.536" v="232" actId="167"/>
        <pc:sldMkLst>
          <pc:docMk/>
          <pc:sldMk cId="2591759529" sldId="324"/>
        </pc:sldMkLst>
        <pc:picChg chg="add ord">
          <ac:chgData name="niharika00singh@outlook.com" userId="66daada88de5c1d2" providerId="LiveId" clId="{CC1E589A-28D0-4749-B78F-3859E5551BEF}" dt="2026-10-01T14:38:08.536" v="232" actId="167"/>
          <ac:picMkLst>
            <pc:docMk/>
            <pc:sldMk cId="2591759529" sldId="324"/>
            <ac:picMk id="5" creationId="{8923592B-1660-A8AB-81DE-EF1B9487ECC2}"/>
          </ac:picMkLst>
        </pc:picChg>
        <pc:picChg chg="mod">
          <ac:chgData name="niharika00singh@outlook.com" userId="66daada88de5c1d2" providerId="LiveId" clId="{CC1E589A-28D0-4749-B78F-3859E5551BEF}" dt="2026-10-01T14:07:04.248" v="133" actId="1076"/>
          <ac:picMkLst>
            <pc:docMk/>
            <pc:sldMk cId="2591759529" sldId="324"/>
            <ac:picMk id="6" creationId="{E2966533-9653-2615-D14D-F332A598EB29}"/>
          </ac:picMkLst>
        </pc:picChg>
        <pc:picChg chg="del">
          <ac:chgData name="niharika00singh@outlook.com" userId="66daada88de5c1d2" providerId="LiveId" clId="{CC1E589A-28D0-4749-B78F-3859E5551BEF}" dt="2026-09-30T08:23:52.855" v="37" actId="478"/>
          <ac:picMkLst>
            <pc:docMk/>
            <pc:sldMk cId="2591759529" sldId="324"/>
            <ac:picMk id="7" creationId="{AD8998F2-0C85-A9C6-9EEF-153899267619}"/>
          </ac:picMkLst>
        </pc:picChg>
      </pc:sldChg>
      <pc:sldChg chg="addSp delSp modSp mod">
        <pc:chgData name="niharika00singh@outlook.com" userId="66daada88de5c1d2" providerId="LiveId" clId="{CC1E589A-28D0-4749-B78F-3859E5551BEF}" dt="2026-10-01T14:37:59.323" v="230" actId="167"/>
        <pc:sldMkLst>
          <pc:docMk/>
          <pc:sldMk cId="3580682040" sldId="325"/>
        </pc:sldMkLst>
        <pc:picChg chg="add ord">
          <ac:chgData name="niharika00singh@outlook.com" userId="66daada88de5c1d2" providerId="LiveId" clId="{CC1E589A-28D0-4749-B78F-3859E5551BEF}" dt="2026-10-01T14:37:59.323" v="230" actId="167"/>
          <ac:picMkLst>
            <pc:docMk/>
            <pc:sldMk cId="3580682040" sldId="325"/>
            <ac:picMk id="5" creationId="{54F65FCB-1205-806D-D7EA-8AF7BEE515C4}"/>
          </ac:picMkLst>
        </pc:picChg>
        <pc:picChg chg="del">
          <ac:chgData name="niharika00singh@outlook.com" userId="66daada88de5c1d2" providerId="LiveId" clId="{CC1E589A-28D0-4749-B78F-3859E5551BEF}" dt="2026-10-01T08:48:35.013" v="89" actId="478"/>
          <ac:picMkLst>
            <pc:docMk/>
            <pc:sldMk cId="3580682040" sldId="325"/>
            <ac:picMk id="5" creationId="{80BA148A-7427-2EED-D250-05CAABB22241}"/>
          </ac:picMkLst>
        </pc:picChg>
        <pc:picChg chg="add mod">
          <ac:chgData name="niharika00singh@outlook.com" userId="66daada88de5c1d2" providerId="LiveId" clId="{CC1E589A-28D0-4749-B78F-3859E5551BEF}" dt="2026-10-01T14:15:26.112" v="142" actId="1076"/>
          <ac:picMkLst>
            <pc:docMk/>
            <pc:sldMk cId="3580682040" sldId="325"/>
            <ac:picMk id="6" creationId="{725A3DE3-EA3B-FF55-0FCA-3AB86AECDEA3}"/>
          </ac:picMkLst>
        </pc:picChg>
        <pc:picChg chg="del">
          <ac:chgData name="niharika00singh@outlook.com" userId="66daada88de5c1d2" providerId="LiveId" clId="{CC1E589A-28D0-4749-B78F-3859E5551BEF}" dt="2026-09-30T08:23:54.323" v="38" actId="478"/>
          <ac:picMkLst>
            <pc:docMk/>
            <pc:sldMk cId="3580682040" sldId="325"/>
            <ac:picMk id="7" creationId="{7730F852-705A-481B-5A81-DA33D2D39989}"/>
          </ac:picMkLst>
        </pc:picChg>
      </pc:sldChg>
      <pc:sldChg chg="addSp delSp modSp mod">
        <pc:chgData name="niharika00singh@outlook.com" userId="66daada88de5c1d2" providerId="LiveId" clId="{CC1E589A-28D0-4749-B78F-3859E5551BEF}" dt="2026-10-01T14:37:50.940" v="228" actId="167"/>
        <pc:sldMkLst>
          <pc:docMk/>
          <pc:sldMk cId="3038263830" sldId="326"/>
        </pc:sldMkLst>
        <pc:picChg chg="add del mod">
          <ac:chgData name="niharika00singh@outlook.com" userId="66daada88de5c1d2" providerId="LiveId" clId="{CC1E589A-28D0-4749-B78F-3859E5551BEF}" dt="2026-10-01T14:15:29.997" v="143" actId="478"/>
          <ac:picMkLst>
            <pc:docMk/>
            <pc:sldMk cId="3038263830" sldId="326"/>
            <ac:picMk id="5" creationId="{5224C784-587B-A062-BAD9-F72E18F4A6E1}"/>
          </ac:picMkLst>
        </pc:picChg>
        <pc:picChg chg="add mod">
          <ac:chgData name="niharika00singh@outlook.com" userId="66daada88de5c1d2" providerId="LiveId" clId="{CC1E589A-28D0-4749-B78F-3859E5551BEF}" dt="2026-10-01T14:26:40.679" v="159" actId="14100"/>
          <ac:picMkLst>
            <pc:docMk/>
            <pc:sldMk cId="3038263830" sldId="326"/>
            <ac:picMk id="7" creationId="{3C16B968-B5BE-C36E-7082-7901628AC00E}"/>
          </ac:picMkLst>
        </pc:picChg>
        <pc:picChg chg="del">
          <ac:chgData name="niharika00singh@outlook.com" userId="66daada88de5c1d2" providerId="LiveId" clId="{CC1E589A-28D0-4749-B78F-3859E5551BEF}" dt="2026-09-30T08:23:56.434" v="39" actId="478"/>
          <ac:picMkLst>
            <pc:docMk/>
            <pc:sldMk cId="3038263830" sldId="326"/>
            <ac:picMk id="7" creationId="{E8739EF2-F88D-BA2A-7B2D-12E70E949A88}"/>
          </ac:picMkLst>
        </pc:picChg>
        <pc:picChg chg="del">
          <ac:chgData name="niharika00singh@outlook.com" userId="66daada88de5c1d2" providerId="LiveId" clId="{CC1E589A-28D0-4749-B78F-3859E5551BEF}" dt="2026-10-01T14:25:47.297" v="144" actId="478"/>
          <ac:picMkLst>
            <pc:docMk/>
            <pc:sldMk cId="3038263830" sldId="326"/>
            <ac:picMk id="8" creationId="{C86A976F-F296-4F35-AC17-59E208C06E0A}"/>
          </ac:picMkLst>
        </pc:picChg>
        <pc:picChg chg="add mod">
          <ac:chgData name="niharika00singh@outlook.com" userId="66daada88de5c1d2" providerId="LiveId" clId="{CC1E589A-28D0-4749-B78F-3859E5551BEF}" dt="2026-10-01T14:26:28.503" v="157" actId="1076"/>
          <ac:picMkLst>
            <pc:docMk/>
            <pc:sldMk cId="3038263830" sldId="326"/>
            <ac:picMk id="10" creationId="{4D4CA462-6738-10CE-EBC6-BBBEF4A414A0}"/>
          </ac:picMkLst>
        </pc:picChg>
        <pc:picChg chg="del">
          <ac:chgData name="niharika00singh@outlook.com" userId="66daada88de5c1d2" providerId="LiveId" clId="{CC1E589A-28D0-4749-B78F-3859E5551BEF}" dt="2026-10-01T09:06:00.080" v="113" actId="478"/>
          <ac:picMkLst>
            <pc:docMk/>
            <pc:sldMk cId="3038263830" sldId="326"/>
            <ac:picMk id="11" creationId="{64CEC5CE-491D-E68A-3EDE-85CC3955A62F}"/>
          </ac:picMkLst>
        </pc:picChg>
        <pc:picChg chg="add ord">
          <ac:chgData name="niharika00singh@outlook.com" userId="66daada88de5c1d2" providerId="LiveId" clId="{CC1E589A-28D0-4749-B78F-3859E5551BEF}" dt="2026-10-01T14:37:50.940" v="228" actId="167"/>
          <ac:picMkLst>
            <pc:docMk/>
            <pc:sldMk cId="3038263830" sldId="326"/>
            <ac:picMk id="12" creationId="{35C215AB-64B7-B6F2-28A7-1AAD30FB5E23}"/>
          </ac:picMkLst>
        </pc:picChg>
      </pc:sldChg>
      <pc:sldChg chg="addSp delSp modSp mod">
        <pc:chgData name="niharika00singh@outlook.com" userId="66daada88de5c1d2" providerId="LiveId" clId="{CC1E589A-28D0-4749-B78F-3859E5551BEF}" dt="2026-10-01T14:37:41.086" v="225" actId="167"/>
        <pc:sldMkLst>
          <pc:docMk/>
          <pc:sldMk cId="1825926651" sldId="327"/>
        </pc:sldMkLst>
        <pc:picChg chg="mod">
          <ac:chgData name="niharika00singh@outlook.com" userId="66daada88de5c1d2" providerId="LiveId" clId="{CC1E589A-28D0-4749-B78F-3859E5551BEF}" dt="2026-10-01T14:27:47.001" v="171" actId="1076"/>
          <ac:picMkLst>
            <pc:docMk/>
            <pc:sldMk cId="1825926651" sldId="327"/>
            <ac:picMk id="5" creationId="{F357C09B-1594-E288-7D1A-DE5E01B0C029}"/>
          </ac:picMkLst>
        </pc:picChg>
        <pc:picChg chg="add ord">
          <ac:chgData name="niharika00singh@outlook.com" userId="66daada88de5c1d2" providerId="LiveId" clId="{CC1E589A-28D0-4749-B78F-3859E5551BEF}" dt="2026-10-01T14:37:41.086" v="225" actId="167"/>
          <ac:picMkLst>
            <pc:docMk/>
            <pc:sldMk cId="1825926651" sldId="327"/>
            <ac:picMk id="6" creationId="{2813E9F1-2631-890D-760E-3B3195602555}"/>
          </ac:picMkLst>
        </pc:picChg>
        <pc:picChg chg="del">
          <ac:chgData name="niharika00singh@outlook.com" userId="66daada88de5c1d2" providerId="LiveId" clId="{CC1E589A-28D0-4749-B78F-3859E5551BEF}" dt="2026-09-30T08:23:58.058" v="40" actId="478"/>
          <ac:picMkLst>
            <pc:docMk/>
            <pc:sldMk cId="1825926651" sldId="327"/>
            <ac:picMk id="7" creationId="{1B080E40-B600-4B23-9C12-D39E9C3B981A}"/>
          </ac:picMkLst>
        </pc:picChg>
        <pc:picChg chg="mod">
          <ac:chgData name="niharika00singh@outlook.com" userId="66daada88de5c1d2" providerId="LiveId" clId="{CC1E589A-28D0-4749-B78F-3859E5551BEF}" dt="2026-10-01T14:27:49.414" v="172" actId="1076"/>
          <ac:picMkLst>
            <pc:docMk/>
            <pc:sldMk cId="1825926651" sldId="327"/>
            <ac:picMk id="8" creationId="{5DA26F32-F852-FDA1-07BA-98569D063CD0}"/>
          </ac:picMkLst>
        </pc:picChg>
      </pc:sldChg>
      <pc:sldChg chg="addSp delSp modSp mod">
        <pc:chgData name="niharika00singh@outlook.com" userId="66daada88de5c1d2" providerId="LiveId" clId="{CC1E589A-28D0-4749-B78F-3859E5551BEF}" dt="2026-10-01T14:37:33.349" v="223" actId="167"/>
        <pc:sldMkLst>
          <pc:docMk/>
          <pc:sldMk cId="799353588" sldId="328"/>
        </pc:sldMkLst>
        <pc:picChg chg="del mod">
          <ac:chgData name="niharika00singh@outlook.com" userId="66daada88de5c1d2" providerId="LiveId" clId="{CC1E589A-28D0-4749-B78F-3859E5551BEF}" dt="2026-10-01T14:30:44.226" v="178" actId="478"/>
          <ac:picMkLst>
            <pc:docMk/>
            <pc:sldMk cId="799353588" sldId="328"/>
            <ac:picMk id="5" creationId="{3AC32FF7-2B05-3094-1129-2EC8308EA027}"/>
          </ac:picMkLst>
        </pc:picChg>
        <pc:picChg chg="add del mod">
          <ac:chgData name="niharika00singh@outlook.com" userId="66daada88de5c1d2" providerId="LiveId" clId="{CC1E589A-28D0-4749-B78F-3859E5551BEF}" dt="2026-10-01T14:30:19.650" v="174" actId="478"/>
          <ac:picMkLst>
            <pc:docMk/>
            <pc:sldMk cId="799353588" sldId="328"/>
            <ac:picMk id="6" creationId="{B6F7B848-F21E-2508-E0A6-AF75DC4D5AE8}"/>
          </ac:picMkLst>
        </pc:picChg>
        <pc:picChg chg="del">
          <ac:chgData name="niharika00singh@outlook.com" userId="66daada88de5c1d2" providerId="LiveId" clId="{CC1E589A-28D0-4749-B78F-3859E5551BEF}" dt="2026-09-30T08:23:59.681" v="41" actId="478"/>
          <ac:picMkLst>
            <pc:docMk/>
            <pc:sldMk cId="799353588" sldId="328"/>
            <ac:picMk id="7" creationId="{3DAE565E-F216-0128-0B5E-089D90902E3E}"/>
          </ac:picMkLst>
        </pc:picChg>
        <pc:picChg chg="add mod">
          <ac:chgData name="niharika00singh@outlook.com" userId="66daada88de5c1d2" providerId="LiveId" clId="{CC1E589A-28D0-4749-B78F-3859E5551BEF}" dt="2026-10-01T14:30:54.640" v="182" actId="1076"/>
          <ac:picMkLst>
            <pc:docMk/>
            <pc:sldMk cId="799353588" sldId="328"/>
            <ac:picMk id="8" creationId="{AD59C2DE-4367-1EDB-E024-65F6A2AD2366}"/>
          </ac:picMkLst>
        </pc:picChg>
        <pc:picChg chg="add ord">
          <ac:chgData name="niharika00singh@outlook.com" userId="66daada88de5c1d2" providerId="LiveId" clId="{CC1E589A-28D0-4749-B78F-3859E5551BEF}" dt="2026-10-01T14:37:33.349" v="223" actId="167"/>
          <ac:picMkLst>
            <pc:docMk/>
            <pc:sldMk cId="799353588" sldId="328"/>
            <ac:picMk id="10" creationId="{4092AC21-4A56-901F-59BA-4E7EC612128E}"/>
          </ac:picMkLst>
        </pc:picChg>
      </pc:sldChg>
      <pc:sldChg chg="addSp delSp modSp mod">
        <pc:chgData name="niharika00singh@outlook.com" userId="66daada88de5c1d2" providerId="LiveId" clId="{CC1E589A-28D0-4749-B78F-3859E5551BEF}" dt="2026-10-01T14:37:26.320" v="221" actId="167"/>
        <pc:sldMkLst>
          <pc:docMk/>
          <pc:sldMk cId="1361678505" sldId="329"/>
        </pc:sldMkLst>
        <pc:picChg chg="del">
          <ac:chgData name="niharika00singh@outlook.com" userId="66daada88de5c1d2" providerId="LiveId" clId="{CC1E589A-28D0-4749-B78F-3859E5551BEF}" dt="2026-10-01T08:53:20.663" v="93" actId="478"/>
          <ac:picMkLst>
            <pc:docMk/>
            <pc:sldMk cId="1361678505" sldId="329"/>
            <ac:picMk id="5" creationId="{A49A39B6-2900-8BE9-300A-AD0573FD9039}"/>
          </ac:picMkLst>
        </pc:picChg>
        <pc:picChg chg="add ord">
          <ac:chgData name="niharika00singh@outlook.com" userId="66daada88de5c1d2" providerId="LiveId" clId="{CC1E589A-28D0-4749-B78F-3859E5551BEF}" dt="2026-10-01T14:37:26.320" v="221" actId="167"/>
          <ac:picMkLst>
            <pc:docMk/>
            <pc:sldMk cId="1361678505" sldId="329"/>
            <ac:picMk id="5" creationId="{B07AFDE0-82E2-7746-C5D2-AC13CE60842C}"/>
          </ac:picMkLst>
        </pc:picChg>
        <pc:picChg chg="add mod">
          <ac:chgData name="niharika00singh@outlook.com" userId="66daada88de5c1d2" providerId="LiveId" clId="{CC1E589A-28D0-4749-B78F-3859E5551BEF}" dt="2026-10-01T14:31:26.941" v="188" actId="1076"/>
          <ac:picMkLst>
            <pc:docMk/>
            <pc:sldMk cId="1361678505" sldId="329"/>
            <ac:picMk id="6" creationId="{997517AA-EC5A-487E-6B57-2483D9FCFDDC}"/>
          </ac:picMkLst>
        </pc:picChg>
        <pc:picChg chg="del">
          <ac:chgData name="niharika00singh@outlook.com" userId="66daada88de5c1d2" providerId="LiveId" clId="{CC1E589A-28D0-4749-B78F-3859E5551BEF}" dt="2026-09-30T08:24:01.581" v="42" actId="478"/>
          <ac:picMkLst>
            <pc:docMk/>
            <pc:sldMk cId="1361678505" sldId="329"/>
            <ac:picMk id="7" creationId="{8F7097CC-781E-E510-3209-FE1FF536A122}"/>
          </ac:picMkLst>
        </pc:picChg>
        <pc:picChg chg="del">
          <ac:chgData name="niharika00singh@outlook.com" userId="66daada88de5c1d2" providerId="LiveId" clId="{CC1E589A-28D0-4749-B78F-3859E5551BEF}" dt="2026-10-01T08:54:04.262" v="97" actId="478"/>
          <ac:picMkLst>
            <pc:docMk/>
            <pc:sldMk cId="1361678505" sldId="329"/>
            <ac:picMk id="8" creationId="{3818241B-A6C3-9F49-875A-1189D698EF84}"/>
          </ac:picMkLst>
        </pc:picChg>
        <pc:picChg chg="add mod">
          <ac:chgData name="niharika00singh@outlook.com" userId="66daada88de5c1d2" providerId="LiveId" clId="{CC1E589A-28D0-4749-B78F-3859E5551BEF}" dt="2026-10-01T14:31:34.829" v="189" actId="14100"/>
          <ac:picMkLst>
            <pc:docMk/>
            <pc:sldMk cId="1361678505" sldId="329"/>
            <ac:picMk id="9" creationId="{772F668B-9DD8-C0CF-9409-EA727F6C81A1}"/>
          </ac:picMkLst>
        </pc:picChg>
      </pc:sldChg>
      <pc:sldChg chg="addSp delSp modSp mod">
        <pc:chgData name="niharika00singh@outlook.com" userId="66daada88de5c1d2" providerId="LiveId" clId="{CC1E589A-28D0-4749-B78F-3859E5551BEF}" dt="2026-10-01T14:37:17.459" v="219" actId="167"/>
        <pc:sldMkLst>
          <pc:docMk/>
          <pc:sldMk cId="4084076359" sldId="332"/>
        </pc:sldMkLst>
        <pc:picChg chg="add ord">
          <ac:chgData name="niharika00singh@outlook.com" userId="66daada88de5c1d2" providerId="LiveId" clId="{CC1E589A-28D0-4749-B78F-3859E5551BEF}" dt="2026-10-01T14:37:17.459" v="219" actId="167"/>
          <ac:picMkLst>
            <pc:docMk/>
            <pc:sldMk cId="4084076359" sldId="332"/>
            <ac:picMk id="5" creationId="{624A1390-4D05-E7C0-0623-DAD85EA51F5B}"/>
          </ac:picMkLst>
        </pc:picChg>
        <pc:picChg chg="del">
          <ac:chgData name="niharika00singh@outlook.com" userId="66daada88de5c1d2" providerId="LiveId" clId="{CC1E589A-28D0-4749-B78F-3859E5551BEF}" dt="2026-10-01T08:55:37.283" v="101" actId="478"/>
          <ac:picMkLst>
            <pc:docMk/>
            <pc:sldMk cId="4084076359" sldId="332"/>
            <ac:picMk id="5" creationId="{BD12080D-5B4E-C45E-626E-6DA5C14B77CA}"/>
          </ac:picMkLst>
        </pc:picChg>
        <pc:picChg chg="add mod">
          <ac:chgData name="niharika00singh@outlook.com" userId="66daada88de5c1d2" providerId="LiveId" clId="{CC1E589A-28D0-4749-B78F-3859E5551BEF}" dt="2026-10-01T14:32:06.450" v="196" actId="1076"/>
          <ac:picMkLst>
            <pc:docMk/>
            <pc:sldMk cId="4084076359" sldId="332"/>
            <ac:picMk id="6" creationId="{1BF7125A-2E23-B52F-680B-F98649500BC6}"/>
          </ac:picMkLst>
        </pc:picChg>
        <pc:picChg chg="del">
          <ac:chgData name="niharika00singh@outlook.com" userId="66daada88de5c1d2" providerId="LiveId" clId="{CC1E589A-28D0-4749-B78F-3859E5551BEF}" dt="2026-09-30T08:24:03.330" v="43" actId="478"/>
          <ac:picMkLst>
            <pc:docMk/>
            <pc:sldMk cId="4084076359" sldId="332"/>
            <ac:picMk id="7" creationId="{13D4D662-BFAB-26EA-A6A9-AD8DB681C35A}"/>
          </ac:picMkLst>
        </pc:picChg>
        <pc:picChg chg="del">
          <ac:chgData name="niharika00singh@outlook.com" userId="66daada88de5c1d2" providerId="LiveId" clId="{CC1E589A-28D0-4749-B78F-3859E5551BEF}" dt="2026-10-01T08:55:51.342" v="105" actId="478"/>
          <ac:picMkLst>
            <pc:docMk/>
            <pc:sldMk cId="4084076359" sldId="332"/>
            <ac:picMk id="8" creationId="{644AF7C3-6DBC-BC9E-76F8-BA2BE1FC723F}"/>
          </ac:picMkLst>
        </pc:picChg>
        <pc:picChg chg="add mod">
          <ac:chgData name="niharika00singh@outlook.com" userId="66daada88de5c1d2" providerId="LiveId" clId="{CC1E589A-28D0-4749-B78F-3859E5551BEF}" dt="2026-10-01T14:32:09.652" v="197" actId="1076"/>
          <ac:picMkLst>
            <pc:docMk/>
            <pc:sldMk cId="4084076359" sldId="332"/>
            <ac:picMk id="9" creationId="{AFC200F6-CE1C-76FC-8F62-E32494587BB1}"/>
          </ac:picMkLst>
        </pc:picChg>
      </pc:sldChg>
      <pc:sldChg chg="addSp delSp modSp mod">
        <pc:chgData name="niharika00singh@outlook.com" userId="66daada88de5c1d2" providerId="LiveId" clId="{CC1E589A-28D0-4749-B78F-3859E5551BEF}" dt="2026-10-01T14:36:59.600" v="217" actId="1076"/>
        <pc:sldMkLst>
          <pc:docMk/>
          <pc:sldMk cId="1447799186" sldId="333"/>
        </pc:sldMkLst>
        <pc:picChg chg="del">
          <ac:chgData name="niharika00singh@outlook.com" userId="66daada88de5c1d2" providerId="LiveId" clId="{CC1E589A-28D0-4749-B78F-3859E5551BEF}" dt="2026-10-01T09:04:12.240" v="109" actId="478"/>
          <ac:picMkLst>
            <pc:docMk/>
            <pc:sldMk cId="1447799186" sldId="333"/>
            <ac:picMk id="5" creationId="{13F00A72-6AAC-A8BA-CAB1-062E3A6D6C76}"/>
          </ac:picMkLst>
        </pc:picChg>
        <pc:picChg chg="add del mod ord">
          <ac:chgData name="niharika00singh@outlook.com" userId="66daada88de5c1d2" providerId="LiveId" clId="{CC1E589A-28D0-4749-B78F-3859E5551BEF}" dt="2026-10-01T14:35:27.420" v="207" actId="478"/>
          <ac:picMkLst>
            <pc:docMk/>
            <pc:sldMk cId="1447799186" sldId="333"/>
            <ac:picMk id="5" creationId="{1F90C6F9-9BD1-05D9-D796-72CABE0BCCB0}"/>
          </ac:picMkLst>
        </pc:picChg>
        <pc:picChg chg="add mod">
          <ac:chgData name="niharika00singh@outlook.com" userId="66daada88de5c1d2" providerId="LiveId" clId="{CC1E589A-28D0-4749-B78F-3859E5551BEF}" dt="2026-10-01T14:32:38.054" v="200" actId="1076"/>
          <ac:picMkLst>
            <pc:docMk/>
            <pc:sldMk cId="1447799186" sldId="333"/>
            <ac:picMk id="6" creationId="{CFAE6AD5-664B-82D9-54B2-318B58A6906B}"/>
          </ac:picMkLst>
        </pc:picChg>
        <pc:picChg chg="del">
          <ac:chgData name="niharika00singh@outlook.com" userId="66daada88de5c1d2" providerId="LiveId" clId="{CC1E589A-28D0-4749-B78F-3859E5551BEF}" dt="2026-09-30T08:24:05.021" v="44" actId="478"/>
          <ac:picMkLst>
            <pc:docMk/>
            <pc:sldMk cId="1447799186" sldId="333"/>
            <ac:picMk id="7" creationId="{4B268887-A815-0C8F-F0C5-528D2C383392}"/>
          </ac:picMkLst>
        </pc:picChg>
        <pc:picChg chg="add mod ord">
          <ac:chgData name="niharika00singh@outlook.com" userId="66daada88de5c1d2" providerId="LiveId" clId="{CC1E589A-28D0-4749-B78F-3859E5551BEF}" dt="2026-10-01T14:36:59.600" v="217" actId="1076"/>
          <ac:picMkLst>
            <pc:docMk/>
            <pc:sldMk cId="1447799186" sldId="333"/>
            <ac:picMk id="8" creationId="{2324D0DB-676E-4E50-8BAF-6BCEEB141233}"/>
          </ac:picMkLst>
        </pc:picChg>
      </pc:sldChg>
      <pc:sldChg chg="addSp delSp modSp mod">
        <pc:chgData name="niharika00singh@outlook.com" userId="66daada88de5c1d2" providerId="LiveId" clId="{CC1E589A-28D0-4749-B78F-3859E5551BEF}" dt="2026-10-01T14:38:23.746" v="236" actId="167"/>
        <pc:sldMkLst>
          <pc:docMk/>
          <pc:sldMk cId="256757094" sldId="334"/>
        </pc:sldMkLst>
        <pc:picChg chg="add mod">
          <ac:chgData name="niharika00singh@outlook.com" userId="66daada88de5c1d2" providerId="LiveId" clId="{CC1E589A-28D0-4749-B78F-3859E5551BEF}" dt="2026-10-01T14:05:52.147" v="124" actId="1076"/>
          <ac:picMkLst>
            <pc:docMk/>
            <pc:sldMk cId="256757094" sldId="334"/>
            <ac:picMk id="5" creationId="{0732DABB-6A93-899E-3694-3EA7A153C1E2}"/>
          </ac:picMkLst>
        </pc:picChg>
        <pc:picChg chg="mod">
          <ac:chgData name="niharika00singh@outlook.com" userId="66daada88de5c1d2" providerId="LiveId" clId="{CC1E589A-28D0-4749-B78F-3859E5551BEF}" dt="2026-10-01T14:05:44.207" v="122" actId="1076"/>
          <ac:picMkLst>
            <pc:docMk/>
            <pc:sldMk cId="256757094" sldId="334"/>
            <ac:picMk id="6" creationId="{069B5C6C-D405-9525-4DF4-67EF9AECB0F2}"/>
          </ac:picMkLst>
        </pc:picChg>
        <pc:picChg chg="del">
          <ac:chgData name="niharika00singh@outlook.com" userId="66daada88de5c1d2" providerId="LiveId" clId="{CC1E589A-28D0-4749-B78F-3859E5551BEF}" dt="2026-09-30T08:23:49.933" v="35" actId="478"/>
          <ac:picMkLst>
            <pc:docMk/>
            <pc:sldMk cId="256757094" sldId="334"/>
            <ac:picMk id="7" creationId="{7C646783-71BD-ED32-7A69-05DD01297F8C}"/>
          </ac:picMkLst>
        </pc:picChg>
        <pc:picChg chg="add ord">
          <ac:chgData name="niharika00singh@outlook.com" userId="66daada88de5c1d2" providerId="LiveId" clId="{CC1E589A-28D0-4749-B78F-3859E5551BEF}" dt="2026-10-01T14:38:23.746" v="236" actId="167"/>
          <ac:picMkLst>
            <pc:docMk/>
            <pc:sldMk cId="256757094" sldId="334"/>
            <ac:picMk id="7" creationId="{7C8C3EDB-D8EB-5298-C88F-E18F81BBA464}"/>
          </ac:picMkLst>
        </pc:picChg>
        <pc:picChg chg="del">
          <ac:chgData name="niharika00singh@outlook.com" userId="66daada88de5c1d2" providerId="LiveId" clId="{CC1E589A-28D0-4749-B78F-3859E5551BEF}" dt="2026-10-01T07:50:41.866" v="57" actId="478"/>
          <ac:picMkLst>
            <pc:docMk/>
            <pc:sldMk cId="256757094" sldId="334"/>
            <ac:picMk id="10" creationId="{01CE85BB-70E8-F27F-EABB-F8255E7C9AC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D0D4-A6A3-69B3-98B9-1AEA76156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85BDC-837C-0DE4-E3E7-BE1C54DFD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A293E-2649-1F5A-B04E-5D5ECC27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71A-F4B2-45C9-A3A3-5DEE6229FDFF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34FBE-E786-7503-E06C-9DCB80C3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76441-09C9-F21A-0469-A910B611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DA5D-28FB-4B00-B8BD-595004AE9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307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4386-7361-6A46-6CAA-0884F831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1EA34-5DF6-3CC2-F41F-4D8711FA8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E6372-4B81-680B-328E-97F862A77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71A-F4B2-45C9-A3A3-5DEE6229FDFF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0E150-4F66-9FFD-A475-66D4226B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CBC7A-D12A-7A9E-9D55-5F3C63EC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DA5D-28FB-4B00-B8BD-595004AE9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324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0AF9-A87B-22CB-A7C6-FD128520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A5995-8142-76C9-C3C4-D9AFF6BAD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FB5DC-DA84-E5FD-FC23-F29DC0159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71A-F4B2-45C9-A3A3-5DEE6229FDFF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9DF2-1477-6384-1C06-59C382BC4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C065D-EBB8-4547-C6AD-78177C2CF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DA5D-28FB-4B00-B8BD-595004AE9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06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D39EE-E6B1-458D-985D-930C257B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C800A-822F-FD5D-25AA-40E9492C2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A7086-1D77-87E1-244B-E0EC175A6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0EF65-AEE9-A5EA-6209-4F5BAF5C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71A-F4B2-45C9-A3A3-5DEE6229FDFF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F4439-1311-5E46-6230-E6E21AE4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1E6CE-9EFE-3ED3-E41B-352142EF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DA5D-28FB-4B00-B8BD-595004AE9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76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78504-D737-8DE4-140A-E58DD8EE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2EE9D-2CB6-F8EA-3157-9F842293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B4E07-DC49-B237-68D3-6D31C4094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71CB4-C338-5785-1A4C-A89B0AEE2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33B091-9834-6F70-E7AC-71499F39FF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1F20E-21A1-6D04-4338-35F979E1D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71A-F4B2-45C9-A3A3-5DEE6229FDFF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E5DE5E-B100-9D72-5761-4BE6272A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271E4-CA4B-D262-5056-36C1DD1D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DA5D-28FB-4B00-B8BD-595004AE9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97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1AE42-3F83-E012-51AD-0A8C3D9E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81BBB3-6033-BBF9-C432-2B56DD37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71A-F4B2-45C9-A3A3-5DEE6229FDFF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3E571-C689-DC2D-7B80-861C9722E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87972-AB19-B8A8-155D-2C65CB0F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DA5D-28FB-4B00-B8BD-595004AE9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08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761AB9-6A06-64FA-2F4A-ADF8BD0A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71A-F4B2-45C9-A3A3-5DEE6229FDFF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4596EC-2E28-CE40-F1C5-EFF495DF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7F8C4-CCEC-DF7D-3F81-8837C4163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DA5D-28FB-4B00-B8BD-595004AE9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4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02C0-E9C5-BA79-1F92-CBA6D030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1634A-5C7F-36CC-0612-5BBF23269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94328C-2CC6-E1E0-B596-3C494B891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DE7E8-19C0-3DC4-9366-71EF30B09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71A-F4B2-45C9-A3A3-5DEE6229FDFF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EBB2D-2603-043B-5923-B1D3E2B3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B3BEC-9A4F-225E-59D6-A00B0FE86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DA5D-28FB-4B00-B8BD-595004AE9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563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9DB0-89DA-6251-530C-AA93F0A9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C25E0-A51E-915C-91B6-800260C55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2D069-B20A-70B4-B9FD-FE6A3082A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DF237-268D-12C8-D37C-F0B169FF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71A-F4B2-45C9-A3A3-5DEE6229FDFF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E04CD-EA65-4BC5-E188-416CE238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760E6-99A0-D697-173F-208F1932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DA5D-28FB-4B00-B8BD-595004AE9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502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97A6B-F5D3-7CF9-0E51-0EA25AFD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98F52-34EC-CA30-8B8C-26B993956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A14E9-37D7-ED8E-22FC-78A3E643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71A-F4B2-45C9-A3A3-5DEE6229FDFF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CBC13-FBFF-199D-75C6-3D5B0144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5B23A-C42E-CD12-E71D-74FAF436A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DA5D-28FB-4B00-B8BD-595004AE9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992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35D28-8753-9B23-5CE3-F1A0207824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0A3D8-0009-84FB-519B-3BD4F6A55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00461-5079-01EC-77BC-4759C52D4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71A-F4B2-45C9-A3A3-5DEE6229FDFF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DDCC3-851F-8240-87EF-147E206B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68ED0-2983-6CBC-DAED-6C0906EA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DA5D-28FB-4B00-B8BD-595004AE9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87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E279E-E4CB-A233-D5BC-F0599360E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7761B-4BA4-3C54-0BA9-166F57F31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5A6D0-7714-95EF-313F-F39B9201B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1371A-F4B2-45C9-A3A3-5DEE6229FDFF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6FB73-5210-80F4-5356-7327E3E55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DB283-BEA0-3D7F-FBD8-8570BD6BE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BDA5D-28FB-4B00-B8BD-595004AE9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38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dezyneecole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00FDC2-E648-CE5A-50E8-462FFB6C1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792937-CD17-5D0A-72ED-A25449B77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8" b="19222"/>
          <a:stretch>
            <a:fillRect/>
          </a:stretch>
        </p:blipFill>
        <p:spPr>
          <a:xfrm>
            <a:off x="2553910" y="180176"/>
            <a:ext cx="3645337" cy="1307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A6A6A7-9F21-3F49-9C16-8251614AAA3B}"/>
              </a:ext>
            </a:extLst>
          </p:cNvPr>
          <p:cNvSpPr txBox="1"/>
          <p:nvPr/>
        </p:nvSpPr>
        <p:spPr>
          <a:xfrm>
            <a:off x="383458" y="1661652"/>
            <a:ext cx="5594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A0662"/>
                </a:solidFill>
                <a:latin typeface="Bodoni MT" panose="02070603080606020203" pitchFamily="18" charset="0"/>
              </a:rPr>
              <a:t>Digital Marketing Assignment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C7F41D-FEB2-5119-BB97-E4B4A4428CD4}"/>
              </a:ext>
            </a:extLst>
          </p:cNvPr>
          <p:cNvSpPr txBox="1"/>
          <p:nvPr/>
        </p:nvSpPr>
        <p:spPr>
          <a:xfrm>
            <a:off x="1021134" y="2540219"/>
            <a:ext cx="4319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A0662"/>
                </a:solidFill>
                <a:latin typeface="Bodoni MT" panose="02070603080606020203" pitchFamily="18" charset="0"/>
              </a:rPr>
              <a:t>B</a:t>
            </a:r>
            <a:r>
              <a:rPr lang="en-IN" sz="3200" b="1" dirty="0">
                <a:solidFill>
                  <a:srgbClr val="0A0662"/>
                </a:solidFill>
                <a:latin typeface="Bodoni MT" panose="02070603080606020203" pitchFamily="18" charset="0"/>
              </a:rPr>
              <a:t>lack Velvet Chocolate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6163A-DEFE-316B-53D4-BBE96B0A85EC}"/>
              </a:ext>
            </a:extLst>
          </p:cNvPr>
          <p:cNvSpPr txBox="1"/>
          <p:nvPr/>
        </p:nvSpPr>
        <p:spPr>
          <a:xfrm>
            <a:off x="1249756" y="3193653"/>
            <a:ext cx="3735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doni MT" panose="02070603080606020203" pitchFamily="18" charset="0"/>
              </a:rPr>
              <a:t>Meta Ads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9478A1-D8DE-ACE4-2E30-B72787A66A5D}"/>
              </a:ext>
            </a:extLst>
          </p:cNvPr>
          <p:cNvCxnSpPr>
            <a:cxnSpLocks/>
          </p:cNvCxnSpPr>
          <p:nvPr/>
        </p:nvCxnSpPr>
        <p:spPr>
          <a:xfrm>
            <a:off x="540776" y="2447886"/>
            <a:ext cx="2605547" cy="0"/>
          </a:xfrm>
          <a:prstGeom prst="line">
            <a:avLst/>
          </a:prstGeom>
          <a:ln>
            <a:solidFill>
              <a:srgbClr val="7025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D809E3-ECAD-C7A9-61F9-17FB84D69A9A}"/>
              </a:ext>
            </a:extLst>
          </p:cNvPr>
          <p:cNvCxnSpPr>
            <a:cxnSpLocks/>
          </p:cNvCxnSpPr>
          <p:nvPr/>
        </p:nvCxnSpPr>
        <p:spPr>
          <a:xfrm>
            <a:off x="3277894" y="2447886"/>
            <a:ext cx="2605547" cy="0"/>
          </a:xfrm>
          <a:prstGeom prst="line">
            <a:avLst/>
          </a:prstGeom>
          <a:ln>
            <a:solidFill>
              <a:srgbClr val="7025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CCC505-7C8B-34DD-E702-AD3A424E1C67}"/>
              </a:ext>
            </a:extLst>
          </p:cNvPr>
          <p:cNvSpPr txBox="1"/>
          <p:nvPr/>
        </p:nvSpPr>
        <p:spPr>
          <a:xfrm>
            <a:off x="7173697" y="5385416"/>
            <a:ext cx="4060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A0662"/>
                </a:solidFill>
                <a:latin typeface="Bodoni MT" panose="02070603080606020203" pitchFamily="18" charset="0"/>
              </a:rPr>
              <a:t>Niharika Singh</a:t>
            </a:r>
          </a:p>
          <a:p>
            <a:pPr algn="ctr"/>
            <a:r>
              <a:rPr lang="en-IN" sz="2400" b="1" dirty="0">
                <a:solidFill>
                  <a:srgbClr val="0A0662"/>
                </a:solidFill>
                <a:latin typeface="Bodoni MT" panose="02070603080606020203" pitchFamily="18" charset="0"/>
              </a:rPr>
              <a:t>BCA – 3</a:t>
            </a:r>
            <a:r>
              <a:rPr lang="en-IN" sz="2400" b="1" baseline="30000" dirty="0">
                <a:solidFill>
                  <a:srgbClr val="0A0662"/>
                </a:solidFill>
                <a:latin typeface="Bodoni MT" panose="02070603080606020203" pitchFamily="18" charset="0"/>
              </a:rPr>
              <a:t>rd</a:t>
            </a:r>
            <a:r>
              <a:rPr lang="en-IN" sz="2400" b="1" dirty="0">
                <a:solidFill>
                  <a:srgbClr val="0A0662"/>
                </a:solidFill>
                <a:latin typeface="Bodoni MT" panose="02070603080606020203" pitchFamily="18" charset="0"/>
              </a:rPr>
              <a:t> Semester</a:t>
            </a:r>
          </a:p>
          <a:p>
            <a:pPr algn="ctr"/>
            <a:r>
              <a:rPr lang="en-IN" sz="2400" b="1" dirty="0">
                <a:solidFill>
                  <a:srgbClr val="0A0662"/>
                </a:solidFill>
                <a:latin typeface="Bodoni MT" panose="02070603080606020203" pitchFamily="18" charset="0"/>
              </a:rPr>
              <a:t>Session – 2026 - 2027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9867C3-0E16-963A-F597-6F84DF01F8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3" r="13262"/>
          <a:stretch>
            <a:fillRect/>
          </a:stretch>
        </p:blipFill>
        <p:spPr>
          <a:xfrm>
            <a:off x="6199247" y="547068"/>
            <a:ext cx="5309651" cy="49142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CE3848-95E0-57FE-A7E5-F381E36E4F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12" y="2832607"/>
            <a:ext cx="4824603" cy="48246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BBCC4F-7E69-A7B4-8E2A-622E6894FE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41B6D0-01BF-9FFF-7CDD-5F7C8A925C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6" y="103394"/>
            <a:ext cx="1383857" cy="138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29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B7A8797E-4CDE-4867-DBDA-1250F4B6D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6670" y="935971"/>
            <a:ext cx="769112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Assignment Folio of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Submitted to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Dezyne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École College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Toward Digital Marketing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CA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3</a:t>
            </a:r>
            <a:r>
              <a:rPr lang="en-US" altLang="en-US" sz="16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rd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Semester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Niharika Singh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A4B9F9CF-4224-A692-32B5-4C85DDC83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967" y="5383420"/>
            <a:ext cx="488852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Dezyne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École College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106/10, Civil Lines, Ajmer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/>
              </a:rPr>
              <a:t>www.dezyneecole.com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563C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>
                <a:ea typeface="Calibri" panose="020F0502020204030204" pitchFamily="34" charset="0"/>
              </a:rPr>
              <a:t>2026 - 202</a:t>
            </a:r>
            <a:r>
              <a:rPr lang="en-US" altLang="en-US" sz="1600" dirty="0">
                <a:ea typeface="Calibri" panose="020F0502020204030204" pitchFamily="34" charset="0"/>
              </a:rPr>
              <a:t>7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563C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969D57-9748-F831-0705-D95471CA9646}"/>
              </a:ext>
            </a:extLst>
          </p:cNvPr>
          <p:cNvCxnSpPr>
            <a:cxnSpLocks/>
          </p:cNvCxnSpPr>
          <p:nvPr/>
        </p:nvCxnSpPr>
        <p:spPr>
          <a:xfrm>
            <a:off x="294968" y="611883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D36E1A-E02B-6D8F-42DA-1D8AABB53209}"/>
              </a:ext>
            </a:extLst>
          </p:cNvPr>
          <p:cNvSpPr txBox="1"/>
          <p:nvPr/>
        </p:nvSpPr>
        <p:spPr>
          <a:xfrm>
            <a:off x="9122800" y="136791"/>
            <a:ext cx="281353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40EFA-16E5-4749-56D8-B1A5F1C3CB4A}"/>
              </a:ext>
            </a:extLst>
          </p:cNvPr>
          <p:cNvSpPr txBox="1"/>
          <p:nvPr/>
        </p:nvSpPr>
        <p:spPr>
          <a:xfrm>
            <a:off x="187569" y="205438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476C3-FD6B-BBBB-3FE7-C097D12DD2F5}"/>
              </a:ext>
            </a:extLst>
          </p:cNvPr>
          <p:cNvSpPr txBox="1"/>
          <p:nvPr/>
        </p:nvSpPr>
        <p:spPr>
          <a:xfrm>
            <a:off x="187568" y="674361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00D149-F628-044E-0039-63A785F1EABB}"/>
              </a:ext>
            </a:extLst>
          </p:cNvPr>
          <p:cNvSpPr txBox="1"/>
          <p:nvPr/>
        </p:nvSpPr>
        <p:spPr>
          <a:xfrm>
            <a:off x="5003560" y="4446067"/>
            <a:ext cx="1657339" cy="953063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DBF45E-BAD1-DF12-8E84-05DF188220BF}"/>
              </a:ext>
            </a:extLst>
          </p:cNvPr>
          <p:cNvCxnSpPr>
            <a:cxnSpLocks/>
          </p:cNvCxnSpPr>
          <p:nvPr/>
        </p:nvCxnSpPr>
        <p:spPr>
          <a:xfrm>
            <a:off x="388374" y="6525986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374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C969-1FA1-6C6F-DA45-214942197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10603F-D937-9804-2893-C1D6FF23D32D}"/>
              </a:ext>
            </a:extLst>
          </p:cNvPr>
          <p:cNvCxnSpPr>
            <a:cxnSpLocks/>
          </p:cNvCxnSpPr>
          <p:nvPr/>
        </p:nvCxnSpPr>
        <p:spPr>
          <a:xfrm>
            <a:off x="294968" y="611883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4BFB55-292E-88B8-F8ED-0CED04903A23}"/>
              </a:ext>
            </a:extLst>
          </p:cNvPr>
          <p:cNvSpPr txBox="1"/>
          <p:nvPr/>
        </p:nvSpPr>
        <p:spPr>
          <a:xfrm>
            <a:off x="9122800" y="136791"/>
            <a:ext cx="281353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7160CD-D204-C3D3-8D65-8776D06278DE}"/>
              </a:ext>
            </a:extLst>
          </p:cNvPr>
          <p:cNvSpPr txBox="1"/>
          <p:nvPr/>
        </p:nvSpPr>
        <p:spPr>
          <a:xfrm>
            <a:off x="187569" y="205438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2C67C0-B4D3-377D-AF42-19891C968154}"/>
              </a:ext>
            </a:extLst>
          </p:cNvPr>
          <p:cNvSpPr txBox="1"/>
          <p:nvPr/>
        </p:nvSpPr>
        <p:spPr>
          <a:xfrm>
            <a:off x="187568" y="674361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190CCA-A834-E829-2F94-95D17E53C010}"/>
              </a:ext>
            </a:extLst>
          </p:cNvPr>
          <p:cNvCxnSpPr>
            <a:cxnSpLocks/>
          </p:cNvCxnSpPr>
          <p:nvPr/>
        </p:nvCxnSpPr>
        <p:spPr>
          <a:xfrm>
            <a:off x="388374" y="6525986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5522D49-BBCE-8898-450A-D7866E869194}"/>
              </a:ext>
            </a:extLst>
          </p:cNvPr>
          <p:cNvSpPr txBox="1"/>
          <p:nvPr/>
        </p:nvSpPr>
        <p:spPr>
          <a:xfrm>
            <a:off x="187568" y="1088098"/>
            <a:ext cx="1152265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dirty="0"/>
              <a:t>We take this opportunity to express our sincere gratitude to </a:t>
            </a:r>
            <a:r>
              <a:rPr lang="en-IN" sz="1600" dirty="0" err="1"/>
              <a:t>Dezyne</a:t>
            </a:r>
            <a:r>
              <a:rPr lang="en-IN" sz="1600" dirty="0"/>
              <a:t> École College for providing us with the knowledge, resources, and guidance essential to the successful completion of this project.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Our deepest thanks to our respected Principal, Dr. Vinita Mathur, for her visionary leadership and continuous encouragement. Her commitment to academic excellence and student growth has been a constant source of motivation and pride.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We are equally thankful to all our faculty members for their consistent support, expert advice, and valuable insights that shaped our learning and helped us achieve this milestone.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Lastly, we extend heartfelt thanks to everyone who directly or indirectly contributed to the success of this project.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We are proud to be part of </a:t>
            </a:r>
            <a:r>
              <a:rPr lang="en-IN" sz="1600" dirty="0" err="1"/>
              <a:t>Dezyne</a:t>
            </a:r>
            <a:r>
              <a:rPr lang="en-IN" sz="1600" dirty="0"/>
              <a:t> École College, an institution that truly nurtures professionalism, innovation, and purpose.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With sincere appreciation,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Niharika Singh,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Department – BCA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 err="1"/>
              <a:t>Dezyne</a:t>
            </a:r>
            <a:r>
              <a:rPr lang="en-IN" sz="1600" dirty="0"/>
              <a:t> École College, Ajmer</a:t>
            </a:r>
          </a:p>
          <a:p>
            <a:pPr algn="just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8550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6BBC-BFEB-C87E-BB21-CE53BF2F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D061FB-DE51-6370-BA8B-8FC242203AE4}"/>
              </a:ext>
            </a:extLst>
          </p:cNvPr>
          <p:cNvCxnSpPr>
            <a:cxnSpLocks/>
          </p:cNvCxnSpPr>
          <p:nvPr/>
        </p:nvCxnSpPr>
        <p:spPr>
          <a:xfrm>
            <a:off x="294968" y="611883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BC501A-E9C7-4590-95A6-10A7B1127404}"/>
              </a:ext>
            </a:extLst>
          </p:cNvPr>
          <p:cNvSpPr txBox="1"/>
          <p:nvPr/>
        </p:nvSpPr>
        <p:spPr>
          <a:xfrm>
            <a:off x="9122800" y="136791"/>
            <a:ext cx="281353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Case Study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1D964-6BDB-9ED3-8D8D-D7DD93BAB971}"/>
              </a:ext>
            </a:extLst>
          </p:cNvPr>
          <p:cNvSpPr txBox="1"/>
          <p:nvPr/>
        </p:nvSpPr>
        <p:spPr>
          <a:xfrm>
            <a:off x="187569" y="205438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42DCFE-3839-50CB-7283-DEA7691D2000}"/>
              </a:ext>
            </a:extLst>
          </p:cNvPr>
          <p:cNvSpPr txBox="1"/>
          <p:nvPr/>
        </p:nvSpPr>
        <p:spPr>
          <a:xfrm>
            <a:off x="187568" y="674361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CBA1B5-FE36-77B1-935C-91279471FC01}"/>
              </a:ext>
            </a:extLst>
          </p:cNvPr>
          <p:cNvCxnSpPr>
            <a:cxnSpLocks/>
          </p:cNvCxnSpPr>
          <p:nvPr/>
        </p:nvCxnSpPr>
        <p:spPr>
          <a:xfrm>
            <a:off x="388374" y="6525986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19510F4-96E9-29A4-4F42-7017716DF577}"/>
              </a:ext>
            </a:extLst>
          </p:cNvPr>
          <p:cNvSpPr txBox="1"/>
          <p:nvPr/>
        </p:nvSpPr>
        <p:spPr>
          <a:xfrm>
            <a:off x="241267" y="1197581"/>
            <a:ext cx="1152265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Objectives:</a:t>
            </a:r>
          </a:p>
          <a:p>
            <a:pPr algn="just"/>
            <a:r>
              <a:rPr lang="en-US" sz="1600" dirty="0"/>
              <a:t>Increase Instagram Profile Visits, Boost Brand Awareness, Grow Followers Organically, Increase Engagement Rate &amp; Improve Content Reach.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Key Feature: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1. Traffic Campaign Objective</a:t>
            </a:r>
          </a:p>
          <a:p>
            <a:pPr algn="just"/>
            <a:r>
              <a:rPr lang="en-US" sz="1600" dirty="0"/>
              <a:t>Selected the "Traffic" objective in Meta Ads Manager to drive Instagram profile visits.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2. Audience Targeting</a:t>
            </a:r>
          </a:p>
          <a:p>
            <a:pPr algn="just"/>
            <a:r>
              <a:rPr lang="en-US" sz="1600" dirty="0"/>
              <a:t>Targeted users based on age, interests, behavior, and location.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3. Engaging Creative Content</a:t>
            </a:r>
          </a:p>
          <a:p>
            <a:pPr algn="just"/>
            <a:r>
              <a:rPr lang="en-US" sz="1600" dirty="0"/>
              <a:t>Used eye-catching Reels, carousel posts, and strong captions.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4. Call-to-Action Button</a:t>
            </a:r>
          </a:p>
          <a:p>
            <a:pPr algn="just"/>
            <a:r>
              <a:rPr lang="en-US" sz="1600" dirty="0"/>
              <a:t>Used "Visit Instagram Profile" to direct users instantly.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5. Performance Tracking</a:t>
            </a:r>
          </a:p>
          <a:p>
            <a:pPr algn="just"/>
            <a:r>
              <a:rPr lang="en-US" sz="1600" dirty="0"/>
              <a:t>Monitored metrics like CTR, Profile Visits, CPC, and Engagement Rate.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66131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04CD7-2507-DA17-C94E-75CE2C37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D4818B6-EABB-511F-A7E5-54C05E2CE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0EFA5FE-61DF-902C-CAF2-61010FACEA6F}"/>
              </a:ext>
            </a:extLst>
          </p:cNvPr>
          <p:cNvSpPr/>
          <p:nvPr/>
        </p:nvSpPr>
        <p:spPr>
          <a:xfrm rot="13501645" flipH="1" flipV="1">
            <a:off x="4020108" y="1322143"/>
            <a:ext cx="3600000" cy="3600000"/>
          </a:xfrm>
          <a:custGeom>
            <a:avLst/>
            <a:gdLst>
              <a:gd name="csX0" fmla="*/ 5618302 w 8845647"/>
              <a:gd name="csY0" fmla="*/ 1142521 h 8116992"/>
              <a:gd name="csX1" fmla="*/ 5101211 w 8845647"/>
              <a:gd name="csY1" fmla="*/ 2220709 h 8116992"/>
              <a:gd name="csX2" fmla="*/ 5103444 w 8845647"/>
              <a:gd name="csY2" fmla="*/ 3616888 h 8116992"/>
              <a:gd name="csX3" fmla="*/ 6529120 w 8845647"/>
              <a:gd name="csY3" fmla="*/ 3614609 h 8116992"/>
              <a:gd name="csX4" fmla="*/ 7952562 w 8845647"/>
              <a:gd name="csY4" fmla="*/ 2216150 h 8116992"/>
              <a:gd name="csX5" fmla="*/ 6524655 w 8845647"/>
              <a:gd name="csY5" fmla="*/ 822250 h 8116992"/>
              <a:gd name="csX6" fmla="*/ 6524654 w 8845647"/>
              <a:gd name="csY6" fmla="*/ 822253 h 8116992"/>
              <a:gd name="csX7" fmla="*/ 5618302 w 8845647"/>
              <a:gd name="csY7" fmla="*/ 1142521 h 8116992"/>
              <a:gd name="csX8" fmla="*/ 1491260 w 8845647"/>
              <a:gd name="csY8" fmla="*/ 4751671 h 8116992"/>
              <a:gd name="csX9" fmla="*/ 1002517 w 8845647"/>
              <a:gd name="csY9" fmla="*/ 5843002 h 8116992"/>
              <a:gd name="csX10" fmla="*/ 2466358 w 8845647"/>
              <a:gd name="csY10" fmla="*/ 7199117 h 8116992"/>
              <a:gd name="csX11" fmla="*/ 2466357 w 8845647"/>
              <a:gd name="csY11" fmla="*/ 7199116 h 8116992"/>
              <a:gd name="csX12" fmla="*/ 3852775 w 8845647"/>
              <a:gd name="csY12" fmla="*/ 5763942 h 8116992"/>
              <a:gd name="csX13" fmla="*/ 3814063 w 8845647"/>
              <a:gd name="csY13" fmla="*/ 4368299 h 8116992"/>
              <a:gd name="csX14" fmla="*/ 2388934 w 8845647"/>
              <a:gd name="csY14" fmla="*/ 4407828 h 8116992"/>
              <a:gd name="csX15" fmla="*/ 1491260 w 8845647"/>
              <a:gd name="csY15" fmla="*/ 4751671 h 8116992"/>
              <a:gd name="csX16" fmla="*/ 4836781 w 8845647"/>
              <a:gd name="csY16" fmla="*/ 620466 h 8116992"/>
              <a:gd name="csX17" fmla="*/ 6531678 w 8845647"/>
              <a:gd name="csY17" fmla="*/ 865 h 8116992"/>
              <a:gd name="csX18" fmla="*/ 8844894 w 8845647"/>
              <a:gd name="csY18" fmla="*/ 2328029 h 8116992"/>
              <a:gd name="csX19" fmla="*/ 6413267 w 8845647"/>
              <a:gd name="csY19" fmla="*/ 4531175 h 8116992"/>
              <a:gd name="csX20" fmla="*/ 4746465 w 8845647"/>
              <a:gd name="csY20" fmla="*/ 4487609 h 8116992"/>
              <a:gd name="csX21" fmla="*/ 4746465 w 8845647"/>
              <a:gd name="csY21" fmla="*/ 3585133 h 8116992"/>
              <a:gd name="csX22" fmla="*/ 4746465 w 8845647"/>
              <a:gd name="csY22" fmla="*/ 3585133 h 8116992"/>
              <a:gd name="csX23" fmla="*/ 4746464 w 8845647"/>
              <a:gd name="csY23" fmla="*/ 4487609 h 8116992"/>
              <a:gd name="csX24" fmla="*/ 4040845 w 8845647"/>
              <a:gd name="csY24" fmla="*/ 4469166 h 8116992"/>
              <a:gd name="csX25" fmla="*/ 4040845 w 8845647"/>
              <a:gd name="csY25" fmla="*/ 4469166 h 8116992"/>
              <a:gd name="csX26" fmla="*/ 4746465 w 8845647"/>
              <a:gd name="csY26" fmla="*/ 4487609 h 8116992"/>
              <a:gd name="csX27" fmla="*/ 4746465 w 8845647"/>
              <a:gd name="csY27" fmla="*/ 5851062 h 8116992"/>
              <a:gd name="csX28" fmla="*/ 2373232 w 8845647"/>
              <a:gd name="csY28" fmla="*/ 8116992 h 8116992"/>
              <a:gd name="csX29" fmla="*/ 0 w 8845647"/>
              <a:gd name="csY29" fmla="*/ 5851062 h 8116992"/>
              <a:gd name="csX30" fmla="*/ 695104 w 8845647"/>
              <a:gd name="csY30" fmla="*/ 4248809 h 8116992"/>
              <a:gd name="csX31" fmla="*/ 2373232 w 8845647"/>
              <a:gd name="csY31" fmla="*/ 3585133 h 8116992"/>
              <a:gd name="csX32" fmla="*/ 4063950 w 8845647"/>
              <a:gd name="csY32" fmla="*/ 3585133 h 8116992"/>
              <a:gd name="csX33" fmla="*/ 4063950 w 8845647"/>
              <a:gd name="csY33" fmla="*/ 3585133 h 8116992"/>
              <a:gd name="csX34" fmla="*/ 4063952 w 8845647"/>
              <a:gd name="csY34" fmla="*/ 3585133 h 8116992"/>
              <a:gd name="csX35" fmla="*/ 4100050 w 8845647"/>
              <a:gd name="csY35" fmla="*/ 2204010 h 8116992"/>
              <a:gd name="csX36" fmla="*/ 4836781 w 8845647"/>
              <a:gd name="csY36" fmla="*/ 620466 h 811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8845647" h="8116992">
                <a:moveTo>
                  <a:pt x="5618302" y="1142521"/>
                </a:moveTo>
                <a:cubicBezTo>
                  <a:pt x="5301859" y="1399107"/>
                  <a:pt x="5100518" y="1786974"/>
                  <a:pt x="5101211" y="2220709"/>
                </a:cubicBezTo>
                <a:lnTo>
                  <a:pt x="5103444" y="3616888"/>
                </a:lnTo>
                <a:lnTo>
                  <a:pt x="6529120" y="3614609"/>
                </a:lnTo>
                <a:cubicBezTo>
                  <a:pt x="7316498" y="3613350"/>
                  <a:pt x="7953794" y="2987238"/>
                  <a:pt x="7952562" y="2216150"/>
                </a:cubicBezTo>
                <a:cubicBezTo>
                  <a:pt x="7951329" y="1445062"/>
                  <a:pt x="7312033" y="820991"/>
                  <a:pt x="6524655" y="822250"/>
                </a:cubicBezTo>
                <a:lnTo>
                  <a:pt x="6524654" y="822253"/>
                </a:lnTo>
                <a:cubicBezTo>
                  <a:pt x="6180176" y="822802"/>
                  <a:pt x="5864425" y="942954"/>
                  <a:pt x="5618302" y="1142521"/>
                </a:cubicBezTo>
                <a:close/>
                <a:moveTo>
                  <a:pt x="1491260" y="4751671"/>
                </a:moveTo>
                <a:cubicBezTo>
                  <a:pt x="1181629" y="5016437"/>
                  <a:pt x="990491" y="5409431"/>
                  <a:pt x="1002517" y="5843002"/>
                </a:cubicBezTo>
                <a:cubicBezTo>
                  <a:pt x="1023897" y="6613795"/>
                  <a:pt x="1679280" y="7220949"/>
                  <a:pt x="2466358" y="7199117"/>
                </a:cubicBezTo>
                <a:lnTo>
                  <a:pt x="2466357" y="7199116"/>
                </a:lnTo>
                <a:cubicBezTo>
                  <a:pt x="3253435" y="7177284"/>
                  <a:pt x="3874155" y="6534735"/>
                  <a:pt x="3852775" y="5763942"/>
                </a:cubicBezTo>
                <a:lnTo>
                  <a:pt x="3814063" y="4368299"/>
                </a:lnTo>
                <a:lnTo>
                  <a:pt x="2388934" y="4407828"/>
                </a:lnTo>
                <a:cubicBezTo>
                  <a:pt x="2044588" y="4417380"/>
                  <a:pt x="1732083" y="4545740"/>
                  <a:pt x="1491260" y="4751671"/>
                </a:cubicBezTo>
                <a:close/>
                <a:moveTo>
                  <a:pt x="4836781" y="620466"/>
                </a:moveTo>
                <a:cubicBezTo>
                  <a:pt x="5276820" y="221776"/>
                  <a:pt x="5876553" y="-16259"/>
                  <a:pt x="6531678" y="865"/>
                </a:cubicBezTo>
                <a:cubicBezTo>
                  <a:pt x="7841931" y="35111"/>
                  <a:pt x="8877594" y="1077018"/>
                  <a:pt x="8844894" y="2328029"/>
                </a:cubicBezTo>
                <a:cubicBezTo>
                  <a:pt x="8812196" y="3579041"/>
                  <a:pt x="7723520" y="4565421"/>
                  <a:pt x="6413267" y="4531175"/>
                </a:cubicBezTo>
                <a:lnTo>
                  <a:pt x="4746465" y="4487609"/>
                </a:lnTo>
                <a:lnTo>
                  <a:pt x="4746465" y="3585133"/>
                </a:lnTo>
                <a:lnTo>
                  <a:pt x="4746465" y="3585133"/>
                </a:lnTo>
                <a:lnTo>
                  <a:pt x="4746464" y="4487609"/>
                </a:lnTo>
                <a:lnTo>
                  <a:pt x="4040845" y="4469166"/>
                </a:lnTo>
                <a:lnTo>
                  <a:pt x="4040845" y="4469166"/>
                </a:lnTo>
                <a:lnTo>
                  <a:pt x="4746465" y="4487609"/>
                </a:lnTo>
                <a:lnTo>
                  <a:pt x="4746465" y="5851062"/>
                </a:lnTo>
                <a:cubicBezTo>
                  <a:pt x="4746464" y="7102500"/>
                  <a:pt x="3683932" y="8116991"/>
                  <a:pt x="2373232" y="8116992"/>
                </a:cubicBezTo>
                <a:cubicBezTo>
                  <a:pt x="1062532" y="8116992"/>
                  <a:pt x="0" y="7102500"/>
                  <a:pt x="0" y="5851062"/>
                </a:cubicBezTo>
                <a:cubicBezTo>
                  <a:pt x="0" y="5225343"/>
                  <a:pt x="265633" y="4658861"/>
                  <a:pt x="695104" y="4248809"/>
                </a:cubicBezTo>
                <a:cubicBezTo>
                  <a:pt x="1124574" y="3838756"/>
                  <a:pt x="1717882" y="3585133"/>
                  <a:pt x="2373232" y="3585133"/>
                </a:cubicBezTo>
                <a:lnTo>
                  <a:pt x="4063950" y="3585133"/>
                </a:lnTo>
                <a:lnTo>
                  <a:pt x="4063950" y="3585133"/>
                </a:lnTo>
                <a:lnTo>
                  <a:pt x="4063952" y="3585133"/>
                </a:lnTo>
                <a:lnTo>
                  <a:pt x="4100050" y="2204010"/>
                </a:lnTo>
                <a:cubicBezTo>
                  <a:pt x="4116400" y="1578505"/>
                  <a:pt x="4396744" y="1019157"/>
                  <a:pt x="4836781" y="6204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74000">
                <a:schemeClr val="accent1">
                  <a:lumMod val="60000"/>
                  <a:lumOff val="40000"/>
                </a:schemeClr>
              </a:gs>
              <a:gs pos="83000">
                <a:schemeClr val="accent4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rect">
              <a:fillToRect r="100000" b="100000"/>
            </a:path>
            <a:tileRect l="-100000" t="-100000"/>
          </a:gra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7479F7-1858-C5E0-1344-EDCE956BD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655" y="2465614"/>
            <a:ext cx="1080000" cy="1080000"/>
          </a:xfrm>
          <a:prstGeom prst="rect">
            <a:avLst/>
          </a:prstGeom>
        </p:spPr>
      </p:pic>
      <p:sp>
        <p:nvSpPr>
          <p:cNvPr id="4" name="Flowchart: Delay 3">
            <a:extLst>
              <a:ext uri="{FF2B5EF4-FFF2-40B4-BE49-F238E27FC236}">
                <a16:creationId xmlns:a16="http://schemas.microsoft.com/office/drawing/2014/main" id="{C514F8FC-E300-7DD6-BD73-9DEE9DD76C06}"/>
              </a:ext>
            </a:extLst>
          </p:cNvPr>
          <p:cNvSpPr/>
          <p:nvPr/>
        </p:nvSpPr>
        <p:spPr>
          <a:xfrm rot="16200000">
            <a:off x="2487562" y="-1445344"/>
            <a:ext cx="6666270" cy="9694606"/>
          </a:xfrm>
          <a:prstGeom prst="flowChartDelay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AB9C873A-03B6-A1FB-17AE-66C1794A89E7}"/>
              </a:ext>
            </a:extLst>
          </p:cNvPr>
          <p:cNvSpPr/>
          <p:nvPr/>
        </p:nvSpPr>
        <p:spPr>
          <a:xfrm>
            <a:off x="5133247" y="383098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A0662"/>
              </a:solidFill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E5B98656-F61D-7C36-91C2-775FDE1D12FD}"/>
              </a:ext>
            </a:extLst>
          </p:cNvPr>
          <p:cNvSpPr/>
          <p:nvPr/>
        </p:nvSpPr>
        <p:spPr>
          <a:xfrm>
            <a:off x="8266812" y="419372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5877BBEF-ED00-CC75-3122-5DC40BFDEDCB}"/>
              </a:ext>
            </a:extLst>
          </p:cNvPr>
          <p:cNvSpPr/>
          <p:nvPr/>
        </p:nvSpPr>
        <p:spPr>
          <a:xfrm>
            <a:off x="9304087" y="2252406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CDBA9309-CC0B-F5E2-0677-CDEB43042863}"/>
              </a:ext>
            </a:extLst>
          </p:cNvPr>
          <p:cNvSpPr/>
          <p:nvPr/>
        </p:nvSpPr>
        <p:spPr>
          <a:xfrm>
            <a:off x="8358466" y="5465688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EB409811-DCED-8D52-CD08-AD61BCD6234C}"/>
              </a:ext>
            </a:extLst>
          </p:cNvPr>
          <p:cNvSpPr/>
          <p:nvPr/>
        </p:nvSpPr>
        <p:spPr>
          <a:xfrm>
            <a:off x="5133247" y="5423195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5FF46D50-0DB1-0B9E-6DC9-7AC6A420D1EA}"/>
              </a:ext>
            </a:extLst>
          </p:cNvPr>
          <p:cNvSpPr/>
          <p:nvPr/>
        </p:nvSpPr>
        <p:spPr>
          <a:xfrm>
            <a:off x="1877908" y="5413188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3ED0B226-6EC5-4140-F1B1-7C8664297846}"/>
              </a:ext>
            </a:extLst>
          </p:cNvPr>
          <p:cNvSpPr/>
          <p:nvPr/>
        </p:nvSpPr>
        <p:spPr>
          <a:xfrm>
            <a:off x="619133" y="2112354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F2055E88-5450-2B2C-A285-6EB0DF631C42}"/>
              </a:ext>
            </a:extLst>
          </p:cNvPr>
          <p:cNvSpPr/>
          <p:nvPr/>
        </p:nvSpPr>
        <p:spPr>
          <a:xfrm>
            <a:off x="2172729" y="378497"/>
            <a:ext cx="2160000" cy="1080000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A0662"/>
              </a:solidFill>
            </a:endParaRP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9348A7A1-0F6B-9B6B-A3EF-6841E1CCBC2E}"/>
              </a:ext>
            </a:extLst>
          </p:cNvPr>
          <p:cNvSpPr/>
          <p:nvPr/>
        </p:nvSpPr>
        <p:spPr>
          <a:xfrm>
            <a:off x="9321290" y="3949684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710C5D31-FB20-2B66-1A1F-8CD1682B18EE}"/>
              </a:ext>
            </a:extLst>
          </p:cNvPr>
          <p:cNvSpPr/>
          <p:nvPr/>
        </p:nvSpPr>
        <p:spPr>
          <a:xfrm>
            <a:off x="579594" y="3903381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60D736-F5B6-E16E-03CE-1DE718DE4EF4}"/>
              </a:ext>
            </a:extLst>
          </p:cNvPr>
          <p:cNvSpPr txBox="1"/>
          <p:nvPr/>
        </p:nvSpPr>
        <p:spPr>
          <a:xfrm>
            <a:off x="2234099" y="616144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Audience Research And Segmentation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302BA8-A400-19A6-B83F-4D686C7334D1}"/>
              </a:ext>
            </a:extLst>
          </p:cNvPr>
          <p:cNvCxnSpPr>
            <a:cxnSpLocks/>
          </p:cNvCxnSpPr>
          <p:nvPr/>
        </p:nvCxnSpPr>
        <p:spPr>
          <a:xfrm>
            <a:off x="3461073" y="558270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B83645-42F0-3077-89E2-8D6A9CE637ED}"/>
              </a:ext>
            </a:extLst>
          </p:cNvPr>
          <p:cNvCxnSpPr>
            <a:cxnSpLocks/>
          </p:cNvCxnSpPr>
          <p:nvPr/>
        </p:nvCxnSpPr>
        <p:spPr>
          <a:xfrm>
            <a:off x="6318090" y="551788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C3800DB-5E5F-C286-6776-03337AFA9750}"/>
              </a:ext>
            </a:extLst>
          </p:cNvPr>
          <p:cNvSpPr txBox="1"/>
          <p:nvPr/>
        </p:nvSpPr>
        <p:spPr>
          <a:xfrm>
            <a:off x="5259837" y="605865"/>
            <a:ext cx="1059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Campaign Objective Selection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E91504-9A4D-AABC-AD59-FD463A2F058D}"/>
              </a:ext>
            </a:extLst>
          </p:cNvPr>
          <p:cNvSpPr txBox="1"/>
          <p:nvPr/>
        </p:nvSpPr>
        <p:spPr>
          <a:xfrm>
            <a:off x="8258294" y="589541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Add Sets Creation And Targeting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95A412-24B7-84CE-6546-B7B3BF70EA19}"/>
              </a:ext>
            </a:extLst>
          </p:cNvPr>
          <p:cNvSpPr txBox="1"/>
          <p:nvPr/>
        </p:nvSpPr>
        <p:spPr>
          <a:xfrm>
            <a:off x="9304087" y="2441648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Ad Creative Design And Optimization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F486EC-55AC-AC6C-6C53-1F147279FB09}"/>
              </a:ext>
            </a:extLst>
          </p:cNvPr>
          <p:cNvSpPr txBox="1"/>
          <p:nvPr/>
        </p:nvSpPr>
        <p:spPr>
          <a:xfrm>
            <a:off x="9334974" y="4121436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Budget And Bidding Strategy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BEF1DA-96A3-3E57-4AF9-E8985288E55A}"/>
              </a:ext>
            </a:extLst>
          </p:cNvPr>
          <p:cNvSpPr txBox="1"/>
          <p:nvPr/>
        </p:nvSpPr>
        <p:spPr>
          <a:xfrm>
            <a:off x="8388586" y="5695034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Tracking And Performance Monitoring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503524-65EE-F216-E5A6-FF110239BEAE}"/>
              </a:ext>
            </a:extLst>
          </p:cNvPr>
          <p:cNvSpPr txBox="1"/>
          <p:nvPr/>
        </p:nvSpPr>
        <p:spPr>
          <a:xfrm>
            <a:off x="5114517" y="5636119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A/ B Testing And Creative Enhancement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C6E6C3-D007-2963-04A1-402193FAE237}"/>
              </a:ext>
            </a:extLst>
          </p:cNvPr>
          <p:cNvSpPr txBox="1"/>
          <p:nvPr/>
        </p:nvSpPr>
        <p:spPr>
          <a:xfrm>
            <a:off x="1804891" y="5547593"/>
            <a:ext cx="1185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Audience Expansion And Retargeting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CEF473-C020-5826-113C-39E264FAAED3}"/>
              </a:ext>
            </a:extLst>
          </p:cNvPr>
          <p:cNvSpPr txBox="1"/>
          <p:nvPr/>
        </p:nvSpPr>
        <p:spPr>
          <a:xfrm>
            <a:off x="613285" y="4167466"/>
            <a:ext cx="1185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Landing Page Optimization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6EDF7A-374F-8833-390A-EE2D68E875E9}"/>
              </a:ext>
            </a:extLst>
          </p:cNvPr>
          <p:cNvSpPr txBox="1"/>
          <p:nvPr/>
        </p:nvSpPr>
        <p:spPr>
          <a:xfrm>
            <a:off x="580542" y="2236752"/>
            <a:ext cx="1185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Conversion Tracking And Champion Optimization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05A9D4A-45E9-8CC6-B7C8-FECDE417110A}"/>
              </a:ext>
            </a:extLst>
          </p:cNvPr>
          <p:cNvCxnSpPr>
            <a:cxnSpLocks/>
          </p:cNvCxnSpPr>
          <p:nvPr/>
        </p:nvCxnSpPr>
        <p:spPr>
          <a:xfrm>
            <a:off x="9456761" y="542139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9E91A31-3104-00CB-6AFD-68FFCF1D45B3}"/>
              </a:ext>
            </a:extLst>
          </p:cNvPr>
          <p:cNvCxnSpPr>
            <a:cxnSpLocks/>
          </p:cNvCxnSpPr>
          <p:nvPr/>
        </p:nvCxnSpPr>
        <p:spPr>
          <a:xfrm>
            <a:off x="10581440" y="2453895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BDA67B1-19DF-5A3C-A132-74A4A774ADDE}"/>
              </a:ext>
            </a:extLst>
          </p:cNvPr>
          <p:cNvCxnSpPr>
            <a:cxnSpLocks/>
          </p:cNvCxnSpPr>
          <p:nvPr/>
        </p:nvCxnSpPr>
        <p:spPr>
          <a:xfrm>
            <a:off x="10525500" y="4134154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B9C27BD-503A-2AA9-1F80-20F7FBC1086F}"/>
              </a:ext>
            </a:extLst>
          </p:cNvPr>
          <p:cNvCxnSpPr>
            <a:cxnSpLocks/>
          </p:cNvCxnSpPr>
          <p:nvPr/>
        </p:nvCxnSpPr>
        <p:spPr>
          <a:xfrm>
            <a:off x="9682487" y="5617637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58483E5-623A-CA38-734C-1803D0E04D36}"/>
              </a:ext>
            </a:extLst>
          </p:cNvPr>
          <p:cNvCxnSpPr>
            <a:cxnSpLocks/>
          </p:cNvCxnSpPr>
          <p:nvPr/>
        </p:nvCxnSpPr>
        <p:spPr>
          <a:xfrm>
            <a:off x="6339340" y="5596414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40AE05A-390B-4C76-B2F9-D3B868F3EAE3}"/>
              </a:ext>
            </a:extLst>
          </p:cNvPr>
          <p:cNvCxnSpPr>
            <a:cxnSpLocks/>
          </p:cNvCxnSpPr>
          <p:nvPr/>
        </p:nvCxnSpPr>
        <p:spPr>
          <a:xfrm>
            <a:off x="2996193" y="5575191"/>
            <a:ext cx="0" cy="756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1BCFAB3-C9D4-50E5-4257-423078A07B53}"/>
              </a:ext>
            </a:extLst>
          </p:cNvPr>
          <p:cNvCxnSpPr>
            <a:cxnSpLocks/>
          </p:cNvCxnSpPr>
          <p:nvPr/>
        </p:nvCxnSpPr>
        <p:spPr>
          <a:xfrm>
            <a:off x="1910107" y="4060838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286DAD-DBC1-37BC-EAE4-2DCE630A760A}"/>
              </a:ext>
            </a:extLst>
          </p:cNvPr>
          <p:cNvCxnSpPr>
            <a:cxnSpLocks/>
          </p:cNvCxnSpPr>
          <p:nvPr/>
        </p:nvCxnSpPr>
        <p:spPr>
          <a:xfrm>
            <a:off x="1865739" y="2268693"/>
            <a:ext cx="0" cy="792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FF0BB72-2CCC-99E4-81B9-4AC4B89063CB}"/>
              </a:ext>
            </a:extLst>
          </p:cNvPr>
          <p:cNvSpPr txBox="1"/>
          <p:nvPr/>
        </p:nvSpPr>
        <p:spPr>
          <a:xfrm>
            <a:off x="6005549" y="2813896"/>
            <a:ext cx="1761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A0662"/>
                </a:solidFill>
                <a:latin typeface="Arial Black" panose="020B0A04020102020204" pitchFamily="34" charset="0"/>
              </a:rPr>
              <a:t>Meta</a:t>
            </a:r>
          </a:p>
          <a:p>
            <a:pPr algn="ctr"/>
            <a:r>
              <a:rPr lang="en-IN" sz="1600" dirty="0">
                <a:solidFill>
                  <a:srgbClr val="0A0662"/>
                </a:solidFill>
                <a:latin typeface="Arial Black" panose="020B0A04020102020204" pitchFamily="34" charset="0"/>
              </a:rPr>
              <a:t> </a:t>
            </a:r>
            <a:r>
              <a:rPr lang="en-IN" sz="1600" dirty="0">
                <a:solidFill>
                  <a:srgbClr val="0A06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Ads Campaign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20EC33A-EDD9-B95F-CFD2-0A9B1B741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588" y="669309"/>
            <a:ext cx="540000" cy="5400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040FD97F-7A04-7E09-1BCF-E30591638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336" y="620463"/>
            <a:ext cx="552450" cy="55245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D032EAD-8926-3D22-3E27-089BDFEBC6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7783" y="681898"/>
            <a:ext cx="540000" cy="5400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8C93A49-9A17-AD08-9C10-FD2B346FA6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2703" y="2548080"/>
            <a:ext cx="540000" cy="5400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05782348-AE42-F035-36CD-1356EED1CF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8343" y="4219580"/>
            <a:ext cx="540000" cy="5400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D49D9044-CF08-DBF6-BAB2-56C99182EF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1" y="5735585"/>
            <a:ext cx="540000" cy="5400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7B5E7AB1-88D6-3E38-56B7-3F5912EF43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2683" y="5748199"/>
            <a:ext cx="540000" cy="5400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2CB4245B-48F0-E22A-8C3F-006498C946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1305" y="5672447"/>
            <a:ext cx="540000" cy="5400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EC17C258-8FD4-81AF-5778-64791BB4EB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49904" y="4195170"/>
            <a:ext cx="540000" cy="540000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7DC67E56-1CF3-392A-8E62-DC90E5F9403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0001" y="2390396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51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84B96-2E7A-DB19-99B0-B7666586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AE5FF8-DD65-CBE0-E8DC-2A50898C1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482BC4-C889-9580-E33F-26F814F2CB91}"/>
              </a:ext>
            </a:extLst>
          </p:cNvPr>
          <p:cNvSpPr txBox="1"/>
          <p:nvPr/>
        </p:nvSpPr>
        <p:spPr>
          <a:xfrm>
            <a:off x="2032075" y="325010"/>
            <a:ext cx="786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Meta Ads Platform -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502F6-AD1C-7525-505B-5A899A9B8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FF62A4-E2F7-F6C8-83A0-6D910F678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89" y="1426127"/>
            <a:ext cx="10476091" cy="489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64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53DEE-1813-E7F7-4362-941DD68CE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A6AB08-ECCB-9FA6-6CCB-0F1E2B00B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D7231E-9A0A-E823-2C45-E472E17CFA64}"/>
              </a:ext>
            </a:extLst>
          </p:cNvPr>
          <p:cNvSpPr txBox="1"/>
          <p:nvPr/>
        </p:nvSpPr>
        <p:spPr>
          <a:xfrm>
            <a:off x="2032075" y="325010"/>
            <a:ext cx="786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Reach The Right People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0656A-F684-936E-DCE3-F54BC7705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EE63AA-3C90-F2BE-B038-DB001EB2D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474" y="1493134"/>
            <a:ext cx="9929051" cy="46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4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994C1-6FB2-4C0E-FA94-C2EA04C3F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694FE8-131D-854A-A76D-9DE3DD984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FA0B3F-5A25-1432-07DF-C89D575193F8}"/>
              </a:ext>
            </a:extLst>
          </p:cNvPr>
          <p:cNvSpPr txBox="1"/>
          <p:nvPr/>
        </p:nvSpPr>
        <p:spPr>
          <a:xfrm>
            <a:off x="2032075" y="325010"/>
            <a:ext cx="786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Get Started with Ads Manager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C6666B-4370-DE06-75AA-B8E3D3F20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7C23B7-B746-46A9-CA7C-6C6F41CA10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8" t="8184" r="17019" b="18159"/>
          <a:stretch>
            <a:fillRect/>
          </a:stretch>
        </p:blipFill>
        <p:spPr>
          <a:xfrm>
            <a:off x="6209885" y="2587737"/>
            <a:ext cx="5475979" cy="2816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F3E5F4-3FE8-3085-62CC-236308B59F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740" y="1523779"/>
            <a:ext cx="5256260" cy="494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75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43634-D081-3C38-3FBD-104D7BE0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8C3EDB-D8EB-5298-C88F-E18F81BBA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FC8C53-EA90-68FF-A39C-100B53E6622D}"/>
              </a:ext>
            </a:extLst>
          </p:cNvPr>
          <p:cNvSpPr txBox="1"/>
          <p:nvPr/>
        </p:nvSpPr>
        <p:spPr>
          <a:xfrm>
            <a:off x="1790227" y="288859"/>
            <a:ext cx="8350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Campaign Setup – Manual Traffic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51E1E-AEF2-EA7C-0349-338B9346C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9B5C6C-D405-9525-4DF4-67EF9AECB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6" t="14291" r="24050"/>
          <a:stretch>
            <a:fillRect/>
          </a:stretch>
        </p:blipFill>
        <p:spPr>
          <a:xfrm>
            <a:off x="528895" y="1799278"/>
            <a:ext cx="5209540" cy="43834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32DABB-6A93-899E-3694-3EA7A153C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416" y="2406480"/>
            <a:ext cx="5884334" cy="339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7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FB36-FF7A-8526-B298-65FFAE647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1E9EBF4-64DD-FA40-84BB-2574BA08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876B74-A138-FBAA-637E-2B575EE7CFDE}"/>
              </a:ext>
            </a:extLst>
          </p:cNvPr>
          <p:cNvSpPr txBox="1"/>
          <p:nvPr/>
        </p:nvSpPr>
        <p:spPr>
          <a:xfrm>
            <a:off x="1357972" y="325010"/>
            <a:ext cx="921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Budget Strategy &amp; Bidding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0AA811-AFA9-D355-A908-FE24F8EF4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C144EE-9701-7238-9F35-3C90455CB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15156" r="4456" b="2276"/>
          <a:stretch>
            <a:fillRect/>
          </a:stretch>
        </p:blipFill>
        <p:spPr>
          <a:xfrm>
            <a:off x="5965434" y="2125582"/>
            <a:ext cx="6162066" cy="3593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C5518E-D54D-6C69-F373-3DC006405F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1" t="16179" r="5324"/>
          <a:stretch>
            <a:fillRect/>
          </a:stretch>
        </p:blipFill>
        <p:spPr>
          <a:xfrm>
            <a:off x="215287" y="2125582"/>
            <a:ext cx="5583292" cy="342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71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561D3-4CD3-C476-A44D-94664BA4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23592B-1660-A8AB-81DE-EF1B9487E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8170DA-0B59-DAA7-7E52-FC30176E047F}"/>
              </a:ext>
            </a:extLst>
          </p:cNvPr>
          <p:cNvSpPr txBox="1"/>
          <p:nvPr/>
        </p:nvSpPr>
        <p:spPr>
          <a:xfrm>
            <a:off x="2032075" y="325010"/>
            <a:ext cx="786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Location Targeting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A7E1F-F701-935E-528C-5D925899C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966533-9653-2615-D14D-F332A598EB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451" t="5823" r="7666" b="1"/>
          <a:stretch>
            <a:fillRect/>
          </a:stretch>
        </p:blipFill>
        <p:spPr>
          <a:xfrm>
            <a:off x="3025465" y="1331505"/>
            <a:ext cx="5879939" cy="520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759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13A0-FCA8-95AD-1A63-B1CEF0B47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F65FCB-1205-806D-D7EA-8AF7BEE51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69CF21-F767-9256-5DDF-B7D60A5DF9F0}"/>
              </a:ext>
            </a:extLst>
          </p:cNvPr>
          <p:cNvSpPr txBox="1"/>
          <p:nvPr/>
        </p:nvSpPr>
        <p:spPr>
          <a:xfrm>
            <a:off x="1963249" y="325010"/>
            <a:ext cx="786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Conversion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5AC15C-3C94-F185-D911-D63F3140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5A3DE3-EA3B-FF55-0FCA-3AB86AECD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085" y="1234035"/>
            <a:ext cx="7547811" cy="529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82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E06E-7B68-CBDD-AC7A-38DB234A4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5C215AB-64B7-B6F2-28A7-1AAD30FB5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50B3ED-0916-E63B-4E88-5AE0551E5921}"/>
              </a:ext>
            </a:extLst>
          </p:cNvPr>
          <p:cNvSpPr txBox="1"/>
          <p:nvPr/>
        </p:nvSpPr>
        <p:spPr>
          <a:xfrm>
            <a:off x="2032075" y="325010"/>
            <a:ext cx="786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Instagram Connection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24EF4F-C7DE-2788-B3FF-51F641ABD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4CA462-6738-10CE-EBC6-BBBEF4A41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934" y="1738313"/>
            <a:ext cx="6285303" cy="44126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CE2E35-F6C7-43A8-A597-C3A4994FF7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63" y="2316289"/>
            <a:ext cx="4895680" cy="337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263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42B9-C8CF-329F-3F1E-70E355C82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13E9F1-2631-890D-760E-3B3195602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982BE0-8089-3C78-F2CE-36B3CCCC0DB5}"/>
              </a:ext>
            </a:extLst>
          </p:cNvPr>
          <p:cNvSpPr txBox="1"/>
          <p:nvPr/>
        </p:nvSpPr>
        <p:spPr>
          <a:xfrm>
            <a:off x="2032075" y="325010"/>
            <a:ext cx="786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Audience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718CD-1C7D-12F2-5B23-2F726BC5B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57C09B-1594-E288-7D1A-DE5E01B0C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06" t="14291"/>
          <a:stretch>
            <a:fillRect/>
          </a:stretch>
        </p:blipFill>
        <p:spPr>
          <a:xfrm>
            <a:off x="0" y="1795244"/>
            <a:ext cx="5785198" cy="4135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A26F32-F852-FDA1-07BA-98569D063C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44" t="19401"/>
          <a:stretch>
            <a:fillRect/>
          </a:stretch>
        </p:blipFill>
        <p:spPr>
          <a:xfrm>
            <a:off x="6053813" y="1795244"/>
            <a:ext cx="6138187" cy="413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26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CDC43-D572-AE0F-9DDA-C93D0E934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092AC21-4A56-901F-59BA-4E7EC6121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319217-AF0C-69C5-B243-2FDA5C7E6545}"/>
              </a:ext>
            </a:extLst>
          </p:cNvPr>
          <p:cNvSpPr txBox="1"/>
          <p:nvPr/>
        </p:nvSpPr>
        <p:spPr>
          <a:xfrm>
            <a:off x="2032075" y="325010"/>
            <a:ext cx="786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Post Selection for Ads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8442D6-6664-AB12-7EEB-F1FD1392F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59C2DE-4367-1EDB-E024-65F6A2AD23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283" y="1648034"/>
            <a:ext cx="7327434" cy="488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53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21050-BD3F-8237-DB4D-A582A9C56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7AFDE0-82E2-7746-C5D2-AC13CE608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6B9180-535C-7BE4-A165-4CFF1D17CB30}"/>
              </a:ext>
            </a:extLst>
          </p:cNvPr>
          <p:cNvSpPr txBox="1"/>
          <p:nvPr/>
        </p:nvSpPr>
        <p:spPr>
          <a:xfrm>
            <a:off x="2032075" y="325010"/>
            <a:ext cx="786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Final Ad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F0C98-BDCE-C4A2-DCC8-07953A04B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7517AA-EC5A-487E-6B57-2483D9FCF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47" y="1769324"/>
            <a:ext cx="5433088" cy="42412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2F668B-9DD8-C0CF-9409-EA727F6C8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566" y="1769324"/>
            <a:ext cx="5252332" cy="424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78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8E8E-B21E-A712-FCB0-FF6A16BB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4A1390-4D05-E7C0-0623-DAD85EA51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2BC555-C346-2620-2361-CA7FC2AAFD9D}"/>
              </a:ext>
            </a:extLst>
          </p:cNvPr>
          <p:cNvSpPr txBox="1"/>
          <p:nvPr/>
        </p:nvSpPr>
        <p:spPr>
          <a:xfrm>
            <a:off x="2032075" y="325010"/>
            <a:ext cx="786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Conversations and Tracking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F3C26-AA27-8A33-C5C9-95519750B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F7125A-2E23-B52F-680B-F98649500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37" y="1982920"/>
            <a:ext cx="5576914" cy="36544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C200F6-CE1C-76FC-8F62-E32494587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271" y="1982921"/>
            <a:ext cx="5112627" cy="36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076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F5B58-A631-92FC-7A0A-FD2E15438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24D0DB-676E-4E50-8BAF-6BCEEB141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8D5701-6893-B333-FB3D-3A60F96A83F7}"/>
              </a:ext>
            </a:extLst>
          </p:cNvPr>
          <p:cNvSpPr txBox="1"/>
          <p:nvPr/>
        </p:nvSpPr>
        <p:spPr>
          <a:xfrm>
            <a:off x="2032075" y="325010"/>
            <a:ext cx="786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A0662"/>
                </a:solidFill>
                <a:latin typeface="Bookman Old Style" panose="02050604050505020204" pitchFamily="18" charset="0"/>
              </a:rPr>
              <a:t>Final Ad Preview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94982-9887-D6A7-C816-94A9EAC04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98" y="180176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AE6AD5-664B-82D9-54B2-318B58A69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53" y="1782749"/>
            <a:ext cx="11358694" cy="407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99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02DC0-E352-8794-44AB-E25609921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7AEEC2-8DB1-7014-FDF1-39821452D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9767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FAFA62-CD2D-9F55-15A1-100430A35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8" b="19222"/>
          <a:stretch>
            <a:fillRect/>
          </a:stretch>
        </p:blipFill>
        <p:spPr>
          <a:xfrm>
            <a:off x="2582589" y="1936954"/>
            <a:ext cx="7813405" cy="280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08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441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Bodoni MT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niharika00singh@outlook.com</dc:creator>
  <cp:lastModifiedBy>niharika00singh@outlook.com</cp:lastModifiedBy>
  <cp:revision>4</cp:revision>
  <dcterms:created xsi:type="dcterms:W3CDTF">2026-09-30T08:22:30Z</dcterms:created>
  <dcterms:modified xsi:type="dcterms:W3CDTF">2026-10-02T08:16:20Z</dcterms:modified>
</cp:coreProperties>
</file>